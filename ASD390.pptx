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4" r:id="rId21"/>
    <p:sldId id="285" r:id="rId22"/>
    <p:sldId id="282" r:id="rId23"/>
    <p:sldId id="286" r:id="rId24"/>
    <p:sldId id="287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304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4" r:id="rId45"/>
    <p:sldId id="315" r:id="rId46"/>
    <p:sldId id="316" r:id="rId47"/>
    <p:sldId id="317" r:id="rId48"/>
    <p:sldId id="318" r:id="rId49"/>
    <p:sldId id="319" r:id="rId50"/>
    <p:sldId id="320" r:id="rId51"/>
    <p:sldId id="321" r:id="rId52"/>
    <p:sldId id="322" r:id="rId53"/>
    <p:sldId id="324" r:id="rId54"/>
    <p:sldId id="325" r:id="rId55"/>
    <p:sldId id="327" r:id="rId56"/>
    <p:sldId id="330" r:id="rId57"/>
    <p:sldId id="331" r:id="rId58"/>
    <p:sldId id="332" r:id="rId59"/>
    <p:sldId id="333" r:id="rId60"/>
    <p:sldId id="334" r:id="rId61"/>
    <p:sldId id="335" r:id="rId62"/>
    <p:sldId id="340" r:id="rId63"/>
    <p:sldId id="339" r:id="rId64"/>
    <p:sldId id="337" r:id="rId65"/>
    <p:sldId id="342" r:id="rId66"/>
    <p:sldId id="341" r:id="rId67"/>
    <p:sldId id="328" r:id="rId68"/>
    <p:sldId id="329" r:id="rId69"/>
    <p:sldId id="326" r:id="rId70"/>
    <p:sldId id="338" r:id="rId71"/>
    <p:sldId id="336" r:id="rId7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C91D40-9D49-4C96-BBB3-EDF1055179C0}" v="454" dt="2026-04-21T12:20:56.266"/>
    <p1510:client id="{C570BBBF-61AD-6836-DA2B-E5DB29A2208C}" v="137" dt="2026-04-21T12:23:49.5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chie Mittal" userId="eac599dd7b184fd7" providerId="LiveId" clId="{819E6800-69E6-4053-883E-D6CD4879FB4D}"/>
    <pc:docChg chg="undo custSel addSld delSld modSld sldOrd">
      <pc:chgData name="Archie Mittal" userId="eac599dd7b184fd7" providerId="LiveId" clId="{819E6800-69E6-4053-883E-D6CD4879FB4D}" dt="2026-04-21T12:20:56.266" v="520"/>
      <pc:docMkLst>
        <pc:docMk/>
      </pc:docMkLst>
      <pc:sldChg chg="addSp delSp modSp new mod">
        <pc:chgData name="Archie Mittal" userId="eac599dd7b184fd7" providerId="LiveId" clId="{819E6800-69E6-4053-883E-D6CD4879FB4D}" dt="2026-04-21T11:43:56.734" v="54" actId="14100"/>
        <pc:sldMkLst>
          <pc:docMk/>
          <pc:sldMk cId="3298044122" sldId="322"/>
        </pc:sldMkLst>
        <pc:spChg chg="mod">
          <ac:chgData name="Archie Mittal" userId="eac599dd7b184fd7" providerId="LiveId" clId="{819E6800-69E6-4053-883E-D6CD4879FB4D}" dt="2026-04-21T11:39:56.738" v="18" actId="14100"/>
          <ac:spMkLst>
            <pc:docMk/>
            <pc:sldMk cId="3298044122" sldId="322"/>
            <ac:spMk id="2" creationId="{119FB6D7-36E3-BFE9-DB6E-BB9919F87F60}"/>
          </ac:spMkLst>
        </pc:spChg>
        <pc:picChg chg="add del mod">
          <ac:chgData name="Archie Mittal" userId="eac599dd7b184fd7" providerId="LiveId" clId="{819E6800-69E6-4053-883E-D6CD4879FB4D}" dt="2026-04-21T11:41:54.981" v="21" actId="478"/>
          <ac:picMkLst>
            <pc:docMk/>
            <pc:sldMk cId="3298044122" sldId="322"/>
            <ac:picMk id="4" creationId="{6363DB5F-E315-9563-F17C-3A4D0E62AF6D}"/>
          </ac:picMkLst>
        </pc:picChg>
        <pc:picChg chg="add del mod">
          <ac:chgData name="Archie Mittal" userId="eac599dd7b184fd7" providerId="LiveId" clId="{819E6800-69E6-4053-883E-D6CD4879FB4D}" dt="2026-04-21T11:41:54.981" v="21" actId="478"/>
          <ac:picMkLst>
            <pc:docMk/>
            <pc:sldMk cId="3298044122" sldId="322"/>
            <ac:picMk id="6" creationId="{DC41BD21-EDD6-6233-7392-BF88586A2CBF}"/>
          </ac:picMkLst>
        </pc:picChg>
        <pc:picChg chg="add del mod">
          <ac:chgData name="Archie Mittal" userId="eac599dd7b184fd7" providerId="LiveId" clId="{819E6800-69E6-4053-883E-D6CD4879FB4D}" dt="2026-04-21T11:41:54.981" v="21" actId="478"/>
          <ac:picMkLst>
            <pc:docMk/>
            <pc:sldMk cId="3298044122" sldId="322"/>
            <ac:picMk id="8" creationId="{DE238B0F-FBCE-BC4B-7267-469025AFE082}"/>
          </ac:picMkLst>
        </pc:picChg>
        <pc:picChg chg="add del mod">
          <ac:chgData name="Archie Mittal" userId="eac599dd7b184fd7" providerId="LiveId" clId="{819E6800-69E6-4053-883E-D6CD4879FB4D}" dt="2026-04-21T11:41:54.981" v="21" actId="478"/>
          <ac:picMkLst>
            <pc:docMk/>
            <pc:sldMk cId="3298044122" sldId="322"/>
            <ac:picMk id="10" creationId="{AC9B2794-65E6-C3B8-F937-E6EF79DEAFB8}"/>
          </ac:picMkLst>
        </pc:picChg>
        <pc:picChg chg="add del mod">
          <ac:chgData name="Archie Mittal" userId="eac599dd7b184fd7" providerId="LiveId" clId="{819E6800-69E6-4053-883E-D6CD4879FB4D}" dt="2026-04-21T11:41:54.981" v="21" actId="478"/>
          <ac:picMkLst>
            <pc:docMk/>
            <pc:sldMk cId="3298044122" sldId="322"/>
            <ac:picMk id="12" creationId="{3B9F8678-4D2D-020E-B30C-F001B72C213D}"/>
          </ac:picMkLst>
        </pc:picChg>
        <pc:picChg chg="add mod">
          <ac:chgData name="Archie Mittal" userId="eac599dd7b184fd7" providerId="LiveId" clId="{819E6800-69E6-4053-883E-D6CD4879FB4D}" dt="2026-04-21T11:42:16.087" v="27" actId="1076"/>
          <ac:picMkLst>
            <pc:docMk/>
            <pc:sldMk cId="3298044122" sldId="322"/>
            <ac:picMk id="14" creationId="{74030354-3F5B-8CDC-7E91-03A54F48F394}"/>
          </ac:picMkLst>
        </pc:picChg>
        <pc:picChg chg="add mod">
          <ac:chgData name="Archie Mittal" userId="eac599dd7b184fd7" providerId="LiveId" clId="{819E6800-69E6-4053-883E-D6CD4879FB4D}" dt="2026-04-21T11:42:37.806" v="34" actId="14100"/>
          <ac:picMkLst>
            <pc:docMk/>
            <pc:sldMk cId="3298044122" sldId="322"/>
            <ac:picMk id="16" creationId="{0A7AF067-0D0B-BAF8-27EE-9FDE963714C5}"/>
          </ac:picMkLst>
        </pc:picChg>
        <pc:picChg chg="add mod">
          <ac:chgData name="Archie Mittal" userId="eac599dd7b184fd7" providerId="LiveId" clId="{819E6800-69E6-4053-883E-D6CD4879FB4D}" dt="2026-04-21T11:43:34.761" v="47" actId="1076"/>
          <ac:picMkLst>
            <pc:docMk/>
            <pc:sldMk cId="3298044122" sldId="322"/>
            <ac:picMk id="18" creationId="{B6B6F2CB-26AA-710E-44CB-6D5F3BDEC1C0}"/>
          </ac:picMkLst>
        </pc:picChg>
        <pc:picChg chg="add mod">
          <ac:chgData name="Archie Mittal" userId="eac599dd7b184fd7" providerId="LiveId" clId="{819E6800-69E6-4053-883E-D6CD4879FB4D}" dt="2026-04-21T11:43:24.047" v="44" actId="1076"/>
          <ac:picMkLst>
            <pc:docMk/>
            <pc:sldMk cId="3298044122" sldId="322"/>
            <ac:picMk id="20" creationId="{9C40826F-671D-8260-8AAC-5625B9A690F6}"/>
          </ac:picMkLst>
        </pc:picChg>
        <pc:picChg chg="add mod">
          <ac:chgData name="Archie Mittal" userId="eac599dd7b184fd7" providerId="LiveId" clId="{819E6800-69E6-4053-883E-D6CD4879FB4D}" dt="2026-04-21T11:43:56.734" v="54" actId="14100"/>
          <ac:picMkLst>
            <pc:docMk/>
            <pc:sldMk cId="3298044122" sldId="322"/>
            <ac:picMk id="22" creationId="{02E5EF71-93F3-599D-5B27-68B98683FC18}"/>
          </ac:picMkLst>
        </pc:picChg>
      </pc:sldChg>
      <pc:sldChg chg="new del">
        <pc:chgData name="Archie Mittal" userId="eac599dd7b184fd7" providerId="LiveId" clId="{819E6800-69E6-4053-883E-D6CD4879FB4D}" dt="2026-04-21T11:39:40.247" v="1" actId="47"/>
        <pc:sldMkLst>
          <pc:docMk/>
          <pc:sldMk cId="4205621285" sldId="322"/>
        </pc:sldMkLst>
      </pc:sldChg>
      <pc:sldChg chg="modSp new del mod">
        <pc:chgData name="Archie Mittal" userId="eac599dd7b184fd7" providerId="LiveId" clId="{819E6800-69E6-4053-883E-D6CD4879FB4D}" dt="2026-04-21T11:50:15.638" v="127" actId="47"/>
        <pc:sldMkLst>
          <pc:docMk/>
          <pc:sldMk cId="567062725" sldId="323"/>
        </pc:sldMkLst>
        <pc:spChg chg="mod">
          <ac:chgData name="Archie Mittal" userId="eac599dd7b184fd7" providerId="LiveId" clId="{819E6800-69E6-4053-883E-D6CD4879FB4D}" dt="2026-04-21T11:45:12.450" v="64" actId="14100"/>
          <ac:spMkLst>
            <pc:docMk/>
            <pc:sldMk cId="567062725" sldId="323"/>
            <ac:spMk id="2" creationId="{CFEF897A-B790-5630-92D0-8710C1909956}"/>
          </ac:spMkLst>
        </pc:spChg>
      </pc:sldChg>
      <pc:sldChg chg="addSp delSp modSp add mod">
        <pc:chgData name="Archie Mittal" userId="eac599dd7b184fd7" providerId="LiveId" clId="{819E6800-69E6-4053-883E-D6CD4879FB4D}" dt="2026-04-21T11:49:44.734" v="124" actId="14100"/>
        <pc:sldMkLst>
          <pc:docMk/>
          <pc:sldMk cId="3405584801" sldId="324"/>
        </pc:sldMkLst>
        <pc:spChg chg="mod">
          <ac:chgData name="Archie Mittal" userId="eac599dd7b184fd7" providerId="LiveId" clId="{819E6800-69E6-4053-883E-D6CD4879FB4D}" dt="2026-04-21T11:45:35.129" v="72" actId="20577"/>
          <ac:spMkLst>
            <pc:docMk/>
            <pc:sldMk cId="3405584801" sldId="324"/>
            <ac:spMk id="2" creationId="{AFDB5AE7-A3A9-2D07-635B-2C5381057AEC}"/>
          </ac:spMkLst>
        </pc:spChg>
        <pc:picChg chg="add mod">
          <ac:chgData name="Archie Mittal" userId="eac599dd7b184fd7" providerId="LiveId" clId="{819E6800-69E6-4053-883E-D6CD4879FB4D}" dt="2026-04-21T11:46:15.151" v="82" actId="14100"/>
          <ac:picMkLst>
            <pc:docMk/>
            <pc:sldMk cId="3405584801" sldId="324"/>
            <ac:picMk id="4" creationId="{297E3C56-51C7-9E45-B554-1496CEC79930}"/>
          </ac:picMkLst>
        </pc:picChg>
        <pc:picChg chg="add mod">
          <ac:chgData name="Archie Mittal" userId="eac599dd7b184fd7" providerId="LiveId" clId="{819E6800-69E6-4053-883E-D6CD4879FB4D}" dt="2026-04-21T11:47:22.072" v="96" actId="14100"/>
          <ac:picMkLst>
            <pc:docMk/>
            <pc:sldMk cId="3405584801" sldId="324"/>
            <ac:picMk id="6" creationId="{7F13DB39-BA43-2DF7-DF45-4E48849E54FF}"/>
          </ac:picMkLst>
        </pc:picChg>
        <pc:picChg chg="add mod">
          <ac:chgData name="Archie Mittal" userId="eac599dd7b184fd7" providerId="LiveId" clId="{819E6800-69E6-4053-883E-D6CD4879FB4D}" dt="2026-04-21T11:47:25.621" v="97" actId="14100"/>
          <ac:picMkLst>
            <pc:docMk/>
            <pc:sldMk cId="3405584801" sldId="324"/>
            <ac:picMk id="8" creationId="{B5EE85EF-0E4C-742F-DFBF-C5B3AE7E1302}"/>
          </ac:picMkLst>
        </pc:picChg>
        <pc:picChg chg="add mod">
          <ac:chgData name="Archie Mittal" userId="eac599dd7b184fd7" providerId="LiveId" clId="{819E6800-69E6-4053-883E-D6CD4879FB4D}" dt="2026-04-21T11:48:45.899" v="112" actId="1076"/>
          <ac:picMkLst>
            <pc:docMk/>
            <pc:sldMk cId="3405584801" sldId="324"/>
            <ac:picMk id="10" creationId="{D8D04360-3E22-6948-67BA-0A3BF630C400}"/>
          </ac:picMkLst>
        </pc:picChg>
        <pc:picChg chg="add mod">
          <ac:chgData name="Archie Mittal" userId="eac599dd7b184fd7" providerId="LiveId" clId="{819E6800-69E6-4053-883E-D6CD4879FB4D}" dt="2026-04-21T11:48:47.908" v="113" actId="1076"/>
          <ac:picMkLst>
            <pc:docMk/>
            <pc:sldMk cId="3405584801" sldId="324"/>
            <ac:picMk id="12" creationId="{960B843D-5C44-6B15-4F70-65932A3DDB25}"/>
          </ac:picMkLst>
        </pc:picChg>
        <pc:picChg chg="del">
          <ac:chgData name="Archie Mittal" userId="eac599dd7b184fd7" providerId="LiveId" clId="{819E6800-69E6-4053-883E-D6CD4879FB4D}" dt="2026-04-21T11:45:49.629" v="74" actId="478"/>
          <ac:picMkLst>
            <pc:docMk/>
            <pc:sldMk cId="3405584801" sldId="324"/>
            <ac:picMk id="14" creationId="{5C17442B-65C6-C65A-99AC-B558F6C00123}"/>
          </ac:picMkLst>
        </pc:picChg>
        <pc:picChg chg="add mod">
          <ac:chgData name="Archie Mittal" userId="eac599dd7b184fd7" providerId="LiveId" clId="{819E6800-69E6-4053-883E-D6CD4879FB4D}" dt="2026-04-21T11:49:44.734" v="124" actId="14100"/>
          <ac:picMkLst>
            <pc:docMk/>
            <pc:sldMk cId="3405584801" sldId="324"/>
            <ac:picMk id="15" creationId="{E2CFF77D-45B4-A29A-C7D5-0F9093FE6580}"/>
          </ac:picMkLst>
        </pc:picChg>
        <pc:picChg chg="del">
          <ac:chgData name="Archie Mittal" userId="eac599dd7b184fd7" providerId="LiveId" clId="{819E6800-69E6-4053-883E-D6CD4879FB4D}" dt="2026-04-21T11:46:16.660" v="83" actId="478"/>
          <ac:picMkLst>
            <pc:docMk/>
            <pc:sldMk cId="3405584801" sldId="324"/>
            <ac:picMk id="16" creationId="{09E187CB-09BB-2E99-AFDE-5EF4AF296873}"/>
          </ac:picMkLst>
        </pc:picChg>
        <pc:picChg chg="del">
          <ac:chgData name="Archie Mittal" userId="eac599dd7b184fd7" providerId="LiveId" clId="{819E6800-69E6-4053-883E-D6CD4879FB4D}" dt="2026-04-21T11:46:45.133" v="90" actId="478"/>
          <ac:picMkLst>
            <pc:docMk/>
            <pc:sldMk cId="3405584801" sldId="324"/>
            <ac:picMk id="18" creationId="{03A76F6D-B100-E451-7572-763BF0BEACBF}"/>
          </ac:picMkLst>
        </pc:picChg>
        <pc:picChg chg="del">
          <ac:chgData name="Archie Mittal" userId="eac599dd7b184fd7" providerId="LiveId" clId="{819E6800-69E6-4053-883E-D6CD4879FB4D}" dt="2026-04-21T11:47:31.916" v="98" actId="478"/>
          <ac:picMkLst>
            <pc:docMk/>
            <pc:sldMk cId="3405584801" sldId="324"/>
            <ac:picMk id="20" creationId="{9A88BB4B-5B59-C67C-E54A-E925D6A22E13}"/>
          </ac:picMkLst>
        </pc:picChg>
        <pc:picChg chg="del">
          <ac:chgData name="Archie Mittal" userId="eac599dd7b184fd7" providerId="LiveId" clId="{819E6800-69E6-4053-883E-D6CD4879FB4D}" dt="2026-04-21T11:47:56.202" v="104" actId="478"/>
          <ac:picMkLst>
            <pc:docMk/>
            <pc:sldMk cId="3405584801" sldId="324"/>
            <ac:picMk id="22" creationId="{F58018F0-A235-1D51-3822-1DB97BB96423}"/>
          </ac:picMkLst>
        </pc:picChg>
      </pc:sldChg>
      <pc:sldChg chg="new del">
        <pc:chgData name="Archie Mittal" userId="eac599dd7b184fd7" providerId="LiveId" clId="{819E6800-69E6-4053-883E-D6CD4879FB4D}" dt="2026-04-21T11:50:13.963" v="126" actId="47"/>
        <pc:sldMkLst>
          <pc:docMk/>
          <pc:sldMk cId="2947799375" sldId="325"/>
        </pc:sldMkLst>
      </pc:sldChg>
      <pc:sldChg chg="add del">
        <pc:chgData name="Archie Mittal" userId="eac599dd7b184fd7" providerId="LiveId" clId="{819E6800-69E6-4053-883E-D6CD4879FB4D}" dt="2026-04-21T11:48:28.491" v="109" actId="47"/>
        <pc:sldMkLst>
          <pc:docMk/>
          <pc:sldMk cId="3291621454" sldId="325"/>
        </pc:sldMkLst>
      </pc:sldChg>
      <pc:sldChg chg="addSp delSp modSp add mod">
        <pc:chgData name="Archie Mittal" userId="eac599dd7b184fd7" providerId="LiveId" clId="{819E6800-69E6-4053-883E-D6CD4879FB4D}" dt="2026-04-21T11:54:22.307" v="173" actId="14100"/>
        <pc:sldMkLst>
          <pc:docMk/>
          <pc:sldMk cId="4245670104" sldId="325"/>
        </pc:sldMkLst>
        <pc:spChg chg="mod">
          <ac:chgData name="Archie Mittal" userId="eac599dd7b184fd7" providerId="LiveId" clId="{819E6800-69E6-4053-883E-D6CD4879FB4D}" dt="2026-04-21T11:50:25.951" v="136" actId="20577"/>
          <ac:spMkLst>
            <pc:docMk/>
            <pc:sldMk cId="4245670104" sldId="325"/>
            <ac:spMk id="2" creationId="{F7B83D92-4698-8ED6-23FA-CABAE444EBEC}"/>
          </ac:spMkLst>
        </pc:spChg>
        <pc:picChg chg="del">
          <ac:chgData name="Archie Mittal" userId="eac599dd7b184fd7" providerId="LiveId" clId="{819E6800-69E6-4053-883E-D6CD4879FB4D}" dt="2026-04-21T11:50:28.678" v="137" actId="478"/>
          <ac:picMkLst>
            <pc:docMk/>
            <pc:sldMk cId="4245670104" sldId="325"/>
            <ac:picMk id="4" creationId="{50320BF4-D783-30D1-F16B-94A3B13C167A}"/>
          </ac:picMkLst>
        </pc:picChg>
        <pc:picChg chg="add mod">
          <ac:chgData name="Archie Mittal" userId="eac599dd7b184fd7" providerId="LiveId" clId="{819E6800-69E6-4053-883E-D6CD4879FB4D}" dt="2026-04-21T11:51:05.228" v="145" actId="14100"/>
          <ac:picMkLst>
            <pc:docMk/>
            <pc:sldMk cId="4245670104" sldId="325"/>
            <ac:picMk id="5" creationId="{E5681E5E-8065-63CA-CEAC-257E775EF309}"/>
          </ac:picMkLst>
        </pc:picChg>
        <pc:picChg chg="del">
          <ac:chgData name="Archie Mittal" userId="eac599dd7b184fd7" providerId="LiveId" clId="{819E6800-69E6-4053-883E-D6CD4879FB4D}" dt="2026-04-21T11:51:06.624" v="146" actId="478"/>
          <ac:picMkLst>
            <pc:docMk/>
            <pc:sldMk cId="4245670104" sldId="325"/>
            <ac:picMk id="6" creationId="{7B2C1DC3-C2FC-0C73-2468-63DADC03D10E}"/>
          </ac:picMkLst>
        </pc:picChg>
        <pc:picChg chg="del">
          <ac:chgData name="Archie Mittal" userId="eac599dd7b184fd7" providerId="LiveId" clId="{819E6800-69E6-4053-883E-D6CD4879FB4D}" dt="2026-04-21T11:51:31.218" v="153" actId="478"/>
          <ac:picMkLst>
            <pc:docMk/>
            <pc:sldMk cId="4245670104" sldId="325"/>
            <ac:picMk id="8" creationId="{CE7E002E-57EF-C5E5-508A-0EBABD9F8C12}"/>
          </ac:picMkLst>
        </pc:picChg>
        <pc:picChg chg="add mod">
          <ac:chgData name="Archie Mittal" userId="eac599dd7b184fd7" providerId="LiveId" clId="{819E6800-69E6-4053-883E-D6CD4879FB4D}" dt="2026-04-21T11:51:29.746" v="152" actId="14100"/>
          <ac:picMkLst>
            <pc:docMk/>
            <pc:sldMk cId="4245670104" sldId="325"/>
            <ac:picMk id="9" creationId="{163D8228-DA03-6F71-2B16-2A457E529C33}"/>
          </ac:picMkLst>
        </pc:picChg>
        <pc:picChg chg="del">
          <ac:chgData name="Archie Mittal" userId="eac599dd7b184fd7" providerId="LiveId" clId="{819E6800-69E6-4053-883E-D6CD4879FB4D}" dt="2026-04-21T11:51:54.414" v="158" actId="478"/>
          <ac:picMkLst>
            <pc:docMk/>
            <pc:sldMk cId="4245670104" sldId="325"/>
            <ac:picMk id="10" creationId="{22F071B9-F578-AC37-B34B-301E2E7190F2}"/>
          </ac:picMkLst>
        </pc:picChg>
        <pc:picChg chg="del">
          <ac:chgData name="Archie Mittal" userId="eac599dd7b184fd7" providerId="LiveId" clId="{819E6800-69E6-4053-883E-D6CD4879FB4D}" dt="2026-04-21T11:52:25.460" v="163" actId="478"/>
          <ac:picMkLst>
            <pc:docMk/>
            <pc:sldMk cId="4245670104" sldId="325"/>
            <ac:picMk id="12" creationId="{8178E1E6-893B-D8C0-C828-8CB6926C2F0A}"/>
          </ac:picMkLst>
        </pc:picChg>
        <pc:picChg chg="add mod">
          <ac:chgData name="Archie Mittal" userId="eac599dd7b184fd7" providerId="LiveId" clId="{819E6800-69E6-4053-883E-D6CD4879FB4D}" dt="2026-04-21T11:51:51.028" v="157" actId="14100"/>
          <ac:picMkLst>
            <pc:docMk/>
            <pc:sldMk cId="4245670104" sldId="325"/>
            <ac:picMk id="13" creationId="{F039F80F-CCDC-B560-6483-E2C6B8BBF395}"/>
          </ac:picMkLst>
        </pc:picChg>
        <pc:picChg chg="del">
          <ac:chgData name="Archie Mittal" userId="eac599dd7b184fd7" providerId="LiveId" clId="{819E6800-69E6-4053-883E-D6CD4879FB4D}" dt="2026-04-21T11:53:59.346" v="169" actId="478"/>
          <ac:picMkLst>
            <pc:docMk/>
            <pc:sldMk cId="4245670104" sldId="325"/>
            <ac:picMk id="15" creationId="{2DF32D62-39F4-DCA3-796C-DAD0FE43EFB7}"/>
          </ac:picMkLst>
        </pc:picChg>
        <pc:picChg chg="add mod">
          <ac:chgData name="Archie Mittal" userId="eac599dd7b184fd7" providerId="LiveId" clId="{819E6800-69E6-4053-883E-D6CD4879FB4D}" dt="2026-04-21T11:52:24.011" v="162" actId="14100"/>
          <ac:picMkLst>
            <pc:docMk/>
            <pc:sldMk cId="4245670104" sldId="325"/>
            <ac:picMk id="16" creationId="{BFA2B2BA-B6B3-8F08-4ED4-7130F00B1830}"/>
          </ac:picMkLst>
        </pc:picChg>
        <pc:picChg chg="add mod">
          <ac:chgData name="Archie Mittal" userId="eac599dd7b184fd7" providerId="LiveId" clId="{819E6800-69E6-4053-883E-D6CD4879FB4D}" dt="2026-04-21T11:53:57.939" v="168" actId="14100"/>
          <ac:picMkLst>
            <pc:docMk/>
            <pc:sldMk cId="4245670104" sldId="325"/>
            <ac:picMk id="18" creationId="{2EC7D568-3C53-C044-4333-1D058F5F5E81}"/>
          </ac:picMkLst>
        </pc:picChg>
        <pc:picChg chg="add mod">
          <ac:chgData name="Archie Mittal" userId="eac599dd7b184fd7" providerId="LiveId" clId="{819E6800-69E6-4053-883E-D6CD4879FB4D}" dt="2026-04-21T11:54:22.307" v="173" actId="14100"/>
          <ac:picMkLst>
            <pc:docMk/>
            <pc:sldMk cId="4245670104" sldId="325"/>
            <ac:picMk id="20" creationId="{9A556503-EF43-665F-5DF9-637934A9C6A3}"/>
          </ac:picMkLst>
        </pc:picChg>
      </pc:sldChg>
      <pc:sldChg chg="ord">
        <pc:chgData name="Archie Mittal" userId="eac599dd7b184fd7" providerId="LiveId" clId="{819E6800-69E6-4053-883E-D6CD4879FB4D}" dt="2026-04-21T12:19:03.569" v="500"/>
        <pc:sldMkLst>
          <pc:docMk/>
          <pc:sldMk cId="1652213111" sldId="326"/>
        </pc:sldMkLst>
      </pc:sldChg>
      <pc:sldChg chg="addSp delSp modSp add mod">
        <pc:chgData name="Archie Mittal" userId="eac599dd7b184fd7" providerId="LiveId" clId="{819E6800-69E6-4053-883E-D6CD4879FB4D}" dt="2026-04-21T11:59:09.048" v="220" actId="14100"/>
        <pc:sldMkLst>
          <pc:docMk/>
          <pc:sldMk cId="3132776591" sldId="327"/>
        </pc:sldMkLst>
        <pc:spChg chg="mod">
          <ac:chgData name="Archie Mittal" userId="eac599dd7b184fd7" providerId="LiveId" clId="{819E6800-69E6-4053-883E-D6CD4879FB4D}" dt="2026-04-21T11:55:47.957" v="180" actId="20577"/>
          <ac:spMkLst>
            <pc:docMk/>
            <pc:sldMk cId="3132776591" sldId="327"/>
            <ac:spMk id="2" creationId="{84825DF8-5F8D-521D-096B-22E5CED164FC}"/>
          </ac:spMkLst>
        </pc:spChg>
        <pc:picChg chg="del">
          <ac:chgData name="Archie Mittal" userId="eac599dd7b184fd7" providerId="LiveId" clId="{819E6800-69E6-4053-883E-D6CD4879FB4D}" dt="2026-04-21T11:55:49.642" v="181" actId="478"/>
          <ac:picMkLst>
            <pc:docMk/>
            <pc:sldMk cId="3132776591" sldId="327"/>
            <ac:picMk id="4" creationId="{033714A7-2F8E-EDAB-7099-11A244FE0538}"/>
          </ac:picMkLst>
        </pc:picChg>
        <pc:picChg chg="add mod">
          <ac:chgData name="Archie Mittal" userId="eac599dd7b184fd7" providerId="LiveId" clId="{819E6800-69E6-4053-883E-D6CD4879FB4D}" dt="2026-04-21T11:56:14.383" v="186" actId="14100"/>
          <ac:picMkLst>
            <pc:docMk/>
            <pc:sldMk cId="3132776591" sldId="327"/>
            <ac:picMk id="5" creationId="{1E1B31BE-7A60-83B3-2ABD-363E90A14098}"/>
          </ac:picMkLst>
        </pc:picChg>
        <pc:picChg chg="del">
          <ac:chgData name="Archie Mittal" userId="eac599dd7b184fd7" providerId="LiveId" clId="{819E6800-69E6-4053-883E-D6CD4879FB4D}" dt="2026-04-21T11:56:15.803" v="187" actId="478"/>
          <ac:picMkLst>
            <pc:docMk/>
            <pc:sldMk cId="3132776591" sldId="327"/>
            <ac:picMk id="6" creationId="{E6C1B9FA-C914-B7E3-5955-2D0C75D1FF53}"/>
          </ac:picMkLst>
        </pc:picChg>
        <pc:picChg chg="del">
          <ac:chgData name="Archie Mittal" userId="eac599dd7b184fd7" providerId="LiveId" clId="{819E6800-69E6-4053-883E-D6CD4879FB4D}" dt="2026-04-21T11:56:47.946" v="195" actId="478"/>
          <ac:picMkLst>
            <pc:docMk/>
            <pc:sldMk cId="3132776591" sldId="327"/>
            <ac:picMk id="8" creationId="{59FB42A2-7524-F8D1-C4EA-067CF79D3153}"/>
          </ac:picMkLst>
        </pc:picChg>
        <pc:picChg chg="add mod">
          <ac:chgData name="Archie Mittal" userId="eac599dd7b184fd7" providerId="LiveId" clId="{819E6800-69E6-4053-883E-D6CD4879FB4D}" dt="2026-04-21T11:59:09.048" v="220" actId="14100"/>
          <ac:picMkLst>
            <pc:docMk/>
            <pc:sldMk cId="3132776591" sldId="327"/>
            <ac:picMk id="9" creationId="{D541813F-4DFE-F3A2-94C6-894484B023BB}"/>
          </ac:picMkLst>
        </pc:picChg>
        <pc:picChg chg="del">
          <ac:chgData name="Archie Mittal" userId="eac599dd7b184fd7" providerId="LiveId" clId="{819E6800-69E6-4053-883E-D6CD4879FB4D}" dt="2026-04-21T11:57:30.563" v="203" actId="478"/>
          <ac:picMkLst>
            <pc:docMk/>
            <pc:sldMk cId="3132776591" sldId="327"/>
            <ac:picMk id="10" creationId="{7D41D5E9-9D09-66CC-DDD1-F97933C48767}"/>
          </ac:picMkLst>
        </pc:picChg>
        <pc:picChg chg="del">
          <ac:chgData name="Archie Mittal" userId="eac599dd7b184fd7" providerId="LiveId" clId="{819E6800-69E6-4053-883E-D6CD4879FB4D}" dt="2026-04-21T11:57:51.514" v="208" actId="478"/>
          <ac:picMkLst>
            <pc:docMk/>
            <pc:sldMk cId="3132776591" sldId="327"/>
            <ac:picMk id="12" creationId="{EEB11955-E98A-61A6-6CDB-C08A415B8F37}"/>
          </ac:picMkLst>
        </pc:picChg>
        <pc:picChg chg="add mod">
          <ac:chgData name="Archie Mittal" userId="eac599dd7b184fd7" providerId="LiveId" clId="{819E6800-69E6-4053-883E-D6CD4879FB4D}" dt="2026-04-21T11:57:17.205" v="201" actId="14100"/>
          <ac:picMkLst>
            <pc:docMk/>
            <pc:sldMk cId="3132776591" sldId="327"/>
            <ac:picMk id="13" creationId="{FECA5CEC-6C52-EAEC-06FB-B3D9F93E604B}"/>
          </ac:picMkLst>
        </pc:picChg>
        <pc:picChg chg="del">
          <ac:chgData name="Archie Mittal" userId="eac599dd7b184fd7" providerId="LiveId" clId="{819E6800-69E6-4053-883E-D6CD4879FB4D}" dt="2026-04-21T11:58:12.810" v="214" actId="478"/>
          <ac:picMkLst>
            <pc:docMk/>
            <pc:sldMk cId="3132776591" sldId="327"/>
            <ac:picMk id="15" creationId="{09B1BA09-5A79-63EB-7522-A1E0843B5AC0}"/>
          </ac:picMkLst>
        </pc:picChg>
        <pc:picChg chg="add mod">
          <ac:chgData name="Archie Mittal" userId="eac599dd7b184fd7" providerId="LiveId" clId="{819E6800-69E6-4053-883E-D6CD4879FB4D}" dt="2026-04-21T11:57:49.796" v="207" actId="14100"/>
          <ac:picMkLst>
            <pc:docMk/>
            <pc:sldMk cId="3132776591" sldId="327"/>
            <ac:picMk id="16" creationId="{66E17C33-D86D-90AB-EDC5-63B77FFD98C9}"/>
          </ac:picMkLst>
        </pc:picChg>
        <pc:picChg chg="add mod">
          <ac:chgData name="Archie Mittal" userId="eac599dd7b184fd7" providerId="LiveId" clId="{819E6800-69E6-4053-883E-D6CD4879FB4D}" dt="2026-04-21T11:58:11.609" v="213" actId="14100"/>
          <ac:picMkLst>
            <pc:docMk/>
            <pc:sldMk cId="3132776591" sldId="327"/>
            <ac:picMk id="18" creationId="{E35FBEC0-78AB-AFAA-E8BF-51DEBD71BCD3}"/>
          </ac:picMkLst>
        </pc:picChg>
        <pc:picChg chg="add mod">
          <ac:chgData name="Archie Mittal" userId="eac599dd7b184fd7" providerId="LiveId" clId="{819E6800-69E6-4053-883E-D6CD4879FB4D}" dt="2026-04-21T11:58:57.336" v="219" actId="1076"/>
          <ac:picMkLst>
            <pc:docMk/>
            <pc:sldMk cId="3132776591" sldId="327"/>
            <ac:picMk id="20" creationId="{DD40B777-7187-6C76-6143-06A8AC70013B}"/>
          </ac:picMkLst>
        </pc:picChg>
      </pc:sldChg>
      <pc:sldChg chg="addSp delSp modSp add mod">
        <pc:chgData name="Archie Mittal" userId="eac599dd7b184fd7" providerId="LiveId" clId="{819E6800-69E6-4053-883E-D6CD4879FB4D}" dt="2026-04-21T12:03:20.564" v="266" actId="14100"/>
        <pc:sldMkLst>
          <pc:docMk/>
          <pc:sldMk cId="3213759143" sldId="330"/>
        </pc:sldMkLst>
        <pc:spChg chg="mod">
          <ac:chgData name="Archie Mittal" userId="eac599dd7b184fd7" providerId="LiveId" clId="{819E6800-69E6-4053-883E-D6CD4879FB4D}" dt="2026-04-21T11:59:33.350" v="227" actId="20577"/>
          <ac:spMkLst>
            <pc:docMk/>
            <pc:sldMk cId="3213759143" sldId="330"/>
            <ac:spMk id="2" creationId="{89A72FA8-796B-A383-164B-9064A0626CB6}"/>
          </ac:spMkLst>
        </pc:spChg>
        <pc:picChg chg="del">
          <ac:chgData name="Archie Mittal" userId="eac599dd7b184fd7" providerId="LiveId" clId="{819E6800-69E6-4053-883E-D6CD4879FB4D}" dt="2026-04-21T12:00:50.122" v="230" actId="478"/>
          <ac:picMkLst>
            <pc:docMk/>
            <pc:sldMk cId="3213759143" sldId="330"/>
            <ac:picMk id="4" creationId="{48CC4106-D8E9-13C6-15D0-7E8E6F4FFB67}"/>
          </ac:picMkLst>
        </pc:picChg>
        <pc:picChg chg="add mod">
          <ac:chgData name="Archie Mittal" userId="eac599dd7b184fd7" providerId="LiveId" clId="{819E6800-69E6-4053-883E-D6CD4879FB4D}" dt="2026-04-21T12:01:24.383" v="237" actId="14100"/>
          <ac:picMkLst>
            <pc:docMk/>
            <pc:sldMk cId="3213759143" sldId="330"/>
            <ac:picMk id="5" creationId="{F5660F39-0122-C72C-0A8B-20CDF8BD55BE}"/>
          </ac:picMkLst>
        </pc:picChg>
        <pc:picChg chg="del">
          <ac:chgData name="Archie Mittal" userId="eac599dd7b184fd7" providerId="LiveId" clId="{819E6800-69E6-4053-883E-D6CD4879FB4D}" dt="2026-04-21T12:01:25.609" v="238" actId="478"/>
          <ac:picMkLst>
            <pc:docMk/>
            <pc:sldMk cId="3213759143" sldId="330"/>
            <ac:picMk id="6" creationId="{7B9D8011-EABB-F205-4DE2-14791D6EF945}"/>
          </ac:picMkLst>
        </pc:picChg>
        <pc:picChg chg="del">
          <ac:chgData name="Archie Mittal" userId="eac599dd7b184fd7" providerId="LiveId" clId="{819E6800-69E6-4053-883E-D6CD4879FB4D}" dt="2026-04-21T12:01:44.806" v="244" actId="478"/>
          <ac:picMkLst>
            <pc:docMk/>
            <pc:sldMk cId="3213759143" sldId="330"/>
            <ac:picMk id="8" creationId="{9EC8DEDF-E02D-2FD0-C6E0-C0A617D148A2}"/>
          </ac:picMkLst>
        </pc:picChg>
        <pc:picChg chg="add mod">
          <ac:chgData name="Archie Mittal" userId="eac599dd7b184fd7" providerId="LiveId" clId="{819E6800-69E6-4053-883E-D6CD4879FB4D}" dt="2026-04-21T12:02:14.675" v="251" actId="14100"/>
          <ac:picMkLst>
            <pc:docMk/>
            <pc:sldMk cId="3213759143" sldId="330"/>
            <ac:picMk id="9" creationId="{D3EBA72E-3980-B58C-D35B-0757428BB231}"/>
          </ac:picMkLst>
        </pc:picChg>
        <pc:picChg chg="del">
          <ac:chgData name="Archie Mittal" userId="eac599dd7b184fd7" providerId="LiveId" clId="{819E6800-69E6-4053-883E-D6CD4879FB4D}" dt="2026-04-21T12:02:18.839" v="252" actId="478"/>
          <ac:picMkLst>
            <pc:docMk/>
            <pc:sldMk cId="3213759143" sldId="330"/>
            <ac:picMk id="10" creationId="{5A974429-4087-C63C-933C-F3AC30143110}"/>
          </ac:picMkLst>
        </pc:picChg>
        <pc:picChg chg="del">
          <ac:chgData name="Archie Mittal" userId="eac599dd7b184fd7" providerId="LiveId" clId="{819E6800-69E6-4053-883E-D6CD4879FB4D}" dt="2026-04-21T12:02:39.786" v="257" actId="478"/>
          <ac:picMkLst>
            <pc:docMk/>
            <pc:sldMk cId="3213759143" sldId="330"/>
            <ac:picMk id="12" creationId="{6DCDA436-A66E-D79E-B767-8546C21B5FB3}"/>
          </ac:picMkLst>
        </pc:picChg>
        <pc:picChg chg="add mod">
          <ac:chgData name="Archie Mittal" userId="eac599dd7b184fd7" providerId="LiveId" clId="{819E6800-69E6-4053-883E-D6CD4879FB4D}" dt="2026-04-21T12:02:09.721" v="250" actId="14100"/>
          <ac:picMkLst>
            <pc:docMk/>
            <pc:sldMk cId="3213759143" sldId="330"/>
            <ac:picMk id="13" creationId="{00772DB9-1626-D3E7-F63E-386C933F60F5}"/>
          </ac:picMkLst>
        </pc:picChg>
        <pc:picChg chg="del">
          <ac:chgData name="Archie Mittal" userId="eac599dd7b184fd7" providerId="LiveId" clId="{819E6800-69E6-4053-883E-D6CD4879FB4D}" dt="2026-04-21T12:02:58.925" v="262" actId="478"/>
          <ac:picMkLst>
            <pc:docMk/>
            <pc:sldMk cId="3213759143" sldId="330"/>
            <ac:picMk id="15" creationId="{1A976CC8-4493-6A85-B210-33FE979084A0}"/>
          </ac:picMkLst>
        </pc:picChg>
        <pc:picChg chg="add mod">
          <ac:chgData name="Archie Mittal" userId="eac599dd7b184fd7" providerId="LiveId" clId="{819E6800-69E6-4053-883E-D6CD4879FB4D}" dt="2026-04-21T12:02:38.676" v="256" actId="14100"/>
          <ac:picMkLst>
            <pc:docMk/>
            <pc:sldMk cId="3213759143" sldId="330"/>
            <ac:picMk id="16" creationId="{81B8F903-38C6-D690-FC14-D9CE54860A6F}"/>
          </ac:picMkLst>
        </pc:picChg>
        <pc:picChg chg="add mod">
          <ac:chgData name="Archie Mittal" userId="eac599dd7b184fd7" providerId="LiveId" clId="{819E6800-69E6-4053-883E-D6CD4879FB4D}" dt="2026-04-21T12:02:57.778" v="261" actId="14100"/>
          <ac:picMkLst>
            <pc:docMk/>
            <pc:sldMk cId="3213759143" sldId="330"/>
            <ac:picMk id="18" creationId="{C9E83E7C-B3B7-CFED-237C-B6E0BF19303F}"/>
          </ac:picMkLst>
        </pc:picChg>
        <pc:picChg chg="add mod">
          <ac:chgData name="Archie Mittal" userId="eac599dd7b184fd7" providerId="LiveId" clId="{819E6800-69E6-4053-883E-D6CD4879FB4D}" dt="2026-04-21T12:03:20.564" v="266" actId="14100"/>
          <ac:picMkLst>
            <pc:docMk/>
            <pc:sldMk cId="3213759143" sldId="330"/>
            <ac:picMk id="20" creationId="{FFAE056D-B3E8-BFED-53B2-A1AB46CD16FC}"/>
          </ac:picMkLst>
        </pc:picChg>
      </pc:sldChg>
      <pc:sldChg chg="addSp delSp modSp add mod">
        <pc:chgData name="Archie Mittal" userId="eac599dd7b184fd7" providerId="LiveId" clId="{819E6800-69E6-4053-883E-D6CD4879FB4D}" dt="2026-04-21T12:06:55.328" v="357" actId="14100"/>
        <pc:sldMkLst>
          <pc:docMk/>
          <pc:sldMk cId="2080007813" sldId="331"/>
        </pc:sldMkLst>
        <pc:spChg chg="mod">
          <ac:chgData name="Archie Mittal" userId="eac599dd7b184fd7" providerId="LiveId" clId="{819E6800-69E6-4053-883E-D6CD4879FB4D}" dt="2026-04-21T12:04:10.291" v="297" actId="20577"/>
          <ac:spMkLst>
            <pc:docMk/>
            <pc:sldMk cId="2080007813" sldId="331"/>
            <ac:spMk id="2" creationId="{31E053A6-CB74-D4FE-B403-E4A79CA8C3DB}"/>
          </ac:spMkLst>
        </pc:spChg>
        <pc:picChg chg="del">
          <ac:chgData name="Archie Mittal" userId="eac599dd7b184fd7" providerId="LiveId" clId="{819E6800-69E6-4053-883E-D6CD4879FB4D}" dt="2026-04-21T12:04:47.322" v="324" actId="478"/>
          <ac:picMkLst>
            <pc:docMk/>
            <pc:sldMk cId="2080007813" sldId="331"/>
            <ac:picMk id="4" creationId="{7D41738E-0A1B-D0DC-CAF9-CB76B46A4AAE}"/>
          </ac:picMkLst>
        </pc:picChg>
        <pc:picChg chg="add mod">
          <ac:chgData name="Archie Mittal" userId="eac599dd7b184fd7" providerId="LiveId" clId="{819E6800-69E6-4053-883E-D6CD4879FB4D}" dt="2026-04-21T12:05:12.200" v="329" actId="14100"/>
          <ac:picMkLst>
            <pc:docMk/>
            <pc:sldMk cId="2080007813" sldId="331"/>
            <ac:picMk id="5" creationId="{3DE791A6-29E2-CECE-CE5F-684299A15632}"/>
          </ac:picMkLst>
        </pc:picChg>
        <pc:picChg chg="del">
          <ac:chgData name="Archie Mittal" userId="eac599dd7b184fd7" providerId="LiveId" clId="{819E6800-69E6-4053-883E-D6CD4879FB4D}" dt="2026-04-21T12:05:13.476" v="330" actId="478"/>
          <ac:picMkLst>
            <pc:docMk/>
            <pc:sldMk cId="2080007813" sldId="331"/>
            <ac:picMk id="6" creationId="{79FAF137-9826-1540-DE6E-87640928716D}"/>
          </ac:picMkLst>
        </pc:picChg>
        <pc:picChg chg="del">
          <ac:chgData name="Archie Mittal" userId="eac599dd7b184fd7" providerId="LiveId" clId="{819E6800-69E6-4053-883E-D6CD4879FB4D}" dt="2026-04-21T12:05:31.374" v="335" actId="478"/>
          <ac:picMkLst>
            <pc:docMk/>
            <pc:sldMk cId="2080007813" sldId="331"/>
            <ac:picMk id="8" creationId="{A5E374B8-90D5-9187-FE5A-3C9ABBF882AF}"/>
          </ac:picMkLst>
        </pc:picChg>
        <pc:picChg chg="add mod">
          <ac:chgData name="Archie Mittal" userId="eac599dd7b184fd7" providerId="LiveId" clId="{819E6800-69E6-4053-883E-D6CD4879FB4D}" dt="2026-04-21T12:05:30.452" v="334" actId="14100"/>
          <ac:picMkLst>
            <pc:docMk/>
            <pc:sldMk cId="2080007813" sldId="331"/>
            <ac:picMk id="9" creationId="{5A8F9A35-2A00-59AE-011A-8311268485DC}"/>
          </ac:picMkLst>
        </pc:picChg>
        <pc:picChg chg="del">
          <ac:chgData name="Archie Mittal" userId="eac599dd7b184fd7" providerId="LiveId" clId="{819E6800-69E6-4053-883E-D6CD4879FB4D}" dt="2026-04-21T12:05:56.166" v="341" actId="478"/>
          <ac:picMkLst>
            <pc:docMk/>
            <pc:sldMk cId="2080007813" sldId="331"/>
            <ac:picMk id="10" creationId="{487F99D5-006A-E556-5FC0-50B0FEB0F51F}"/>
          </ac:picMkLst>
        </pc:picChg>
        <pc:picChg chg="del">
          <ac:chgData name="Archie Mittal" userId="eac599dd7b184fd7" providerId="LiveId" clId="{819E6800-69E6-4053-883E-D6CD4879FB4D}" dt="2026-04-21T12:06:12.745" v="346" actId="478"/>
          <ac:picMkLst>
            <pc:docMk/>
            <pc:sldMk cId="2080007813" sldId="331"/>
            <ac:picMk id="12" creationId="{3A2F5B16-E8AE-A30E-03A9-2DCB565B6F9C}"/>
          </ac:picMkLst>
        </pc:picChg>
        <pc:picChg chg="add mod">
          <ac:chgData name="Archie Mittal" userId="eac599dd7b184fd7" providerId="LiveId" clId="{819E6800-69E6-4053-883E-D6CD4879FB4D}" dt="2026-04-21T12:05:53.821" v="340" actId="14100"/>
          <ac:picMkLst>
            <pc:docMk/>
            <pc:sldMk cId="2080007813" sldId="331"/>
            <ac:picMk id="13" creationId="{A18B16F9-AECD-FF78-C6BA-2585B7FC741F}"/>
          </ac:picMkLst>
        </pc:picChg>
        <pc:picChg chg="del">
          <ac:chgData name="Archie Mittal" userId="eac599dd7b184fd7" providerId="LiveId" clId="{819E6800-69E6-4053-883E-D6CD4879FB4D}" dt="2026-04-21T12:06:35.711" v="352" actId="478"/>
          <ac:picMkLst>
            <pc:docMk/>
            <pc:sldMk cId="2080007813" sldId="331"/>
            <ac:picMk id="15" creationId="{666C2480-B0E1-B629-C4D7-60B52EBF9745}"/>
          </ac:picMkLst>
        </pc:picChg>
        <pc:picChg chg="add mod">
          <ac:chgData name="Archie Mittal" userId="eac599dd7b184fd7" providerId="LiveId" clId="{819E6800-69E6-4053-883E-D6CD4879FB4D}" dt="2026-04-21T12:06:11.719" v="345" actId="14100"/>
          <ac:picMkLst>
            <pc:docMk/>
            <pc:sldMk cId="2080007813" sldId="331"/>
            <ac:picMk id="16" creationId="{85F30A75-246E-A5D8-4036-3F4C965C8B4F}"/>
          </ac:picMkLst>
        </pc:picChg>
        <pc:picChg chg="add mod">
          <ac:chgData name="Archie Mittal" userId="eac599dd7b184fd7" providerId="LiveId" clId="{819E6800-69E6-4053-883E-D6CD4879FB4D}" dt="2026-04-21T12:06:34.778" v="351" actId="14100"/>
          <ac:picMkLst>
            <pc:docMk/>
            <pc:sldMk cId="2080007813" sldId="331"/>
            <ac:picMk id="18" creationId="{7A8B95B5-C411-9AFA-B71D-5F791A79BAEC}"/>
          </ac:picMkLst>
        </pc:picChg>
        <pc:picChg chg="add mod">
          <ac:chgData name="Archie Mittal" userId="eac599dd7b184fd7" providerId="LiveId" clId="{819E6800-69E6-4053-883E-D6CD4879FB4D}" dt="2026-04-21T12:06:55.328" v="357" actId="14100"/>
          <ac:picMkLst>
            <pc:docMk/>
            <pc:sldMk cId="2080007813" sldId="331"/>
            <ac:picMk id="20" creationId="{D361C56D-E197-9396-2137-3C68FB0FC449}"/>
          </ac:picMkLst>
        </pc:picChg>
      </pc:sldChg>
      <pc:sldChg chg="add del">
        <pc:chgData name="Archie Mittal" userId="eac599dd7b184fd7" providerId="LiveId" clId="{819E6800-69E6-4053-883E-D6CD4879FB4D}" dt="2026-04-21T11:59:45.139" v="229" actId="47"/>
        <pc:sldMkLst>
          <pc:docMk/>
          <pc:sldMk cId="2561785447" sldId="331"/>
        </pc:sldMkLst>
      </pc:sldChg>
      <pc:sldChg chg="new del">
        <pc:chgData name="Archie Mittal" userId="eac599dd7b184fd7" providerId="LiveId" clId="{819E6800-69E6-4053-883E-D6CD4879FB4D}" dt="2026-04-21T12:03:41.311" v="275" actId="47"/>
        <pc:sldMkLst>
          <pc:docMk/>
          <pc:sldMk cId="2089297744" sldId="332"/>
        </pc:sldMkLst>
      </pc:sldChg>
      <pc:sldChg chg="addSp delSp modSp add mod">
        <pc:chgData name="Archie Mittal" userId="eac599dd7b184fd7" providerId="LiveId" clId="{819E6800-69E6-4053-883E-D6CD4879FB4D}" dt="2026-04-21T12:09:32.270" v="392" actId="14100"/>
        <pc:sldMkLst>
          <pc:docMk/>
          <pc:sldMk cId="3467910832" sldId="332"/>
        </pc:sldMkLst>
        <pc:spChg chg="mod">
          <ac:chgData name="Archie Mittal" userId="eac599dd7b184fd7" providerId="LiveId" clId="{819E6800-69E6-4053-883E-D6CD4879FB4D}" dt="2026-04-21T12:04:03.420" v="285" actId="20577"/>
          <ac:spMkLst>
            <pc:docMk/>
            <pc:sldMk cId="3467910832" sldId="332"/>
            <ac:spMk id="2" creationId="{FA20A39F-6DA1-5466-9F2F-65BB58ED3EC6}"/>
          </ac:spMkLst>
        </pc:spChg>
        <pc:picChg chg="del">
          <ac:chgData name="Archie Mittal" userId="eac599dd7b184fd7" providerId="LiveId" clId="{819E6800-69E6-4053-883E-D6CD4879FB4D}" dt="2026-04-21T12:07:17.129" v="358" actId="478"/>
          <ac:picMkLst>
            <pc:docMk/>
            <pc:sldMk cId="3467910832" sldId="332"/>
            <ac:picMk id="4" creationId="{F4CB9795-3D84-7C0F-9233-644A006D217A}"/>
          </ac:picMkLst>
        </pc:picChg>
        <pc:picChg chg="add mod">
          <ac:chgData name="Archie Mittal" userId="eac599dd7b184fd7" providerId="LiveId" clId="{819E6800-69E6-4053-883E-D6CD4879FB4D}" dt="2026-04-21T12:07:43.968" v="362" actId="14100"/>
          <ac:picMkLst>
            <pc:docMk/>
            <pc:sldMk cId="3467910832" sldId="332"/>
            <ac:picMk id="5" creationId="{6A341B0B-2471-FE74-DC28-69DAFEE54003}"/>
          </ac:picMkLst>
        </pc:picChg>
        <pc:picChg chg="del">
          <ac:chgData name="Archie Mittal" userId="eac599dd7b184fd7" providerId="LiveId" clId="{819E6800-69E6-4053-883E-D6CD4879FB4D}" dt="2026-04-21T12:07:45.856" v="363" actId="478"/>
          <ac:picMkLst>
            <pc:docMk/>
            <pc:sldMk cId="3467910832" sldId="332"/>
            <ac:picMk id="6" creationId="{BC579477-0B49-73D2-D458-2BC75CE20F25}"/>
          </ac:picMkLst>
        </pc:picChg>
        <pc:picChg chg="del">
          <ac:chgData name="Archie Mittal" userId="eac599dd7b184fd7" providerId="LiveId" clId="{819E6800-69E6-4053-883E-D6CD4879FB4D}" dt="2026-04-21T12:08:09.166" v="370" actId="478"/>
          <ac:picMkLst>
            <pc:docMk/>
            <pc:sldMk cId="3467910832" sldId="332"/>
            <ac:picMk id="8" creationId="{E9156A35-0F05-9C70-FA79-4C8CDE7BAC4F}"/>
          </ac:picMkLst>
        </pc:picChg>
        <pc:picChg chg="add mod">
          <ac:chgData name="Archie Mittal" userId="eac599dd7b184fd7" providerId="LiveId" clId="{819E6800-69E6-4053-883E-D6CD4879FB4D}" dt="2026-04-21T12:08:07.745" v="369" actId="14100"/>
          <ac:picMkLst>
            <pc:docMk/>
            <pc:sldMk cId="3467910832" sldId="332"/>
            <ac:picMk id="9" creationId="{B469DC65-EC45-167D-54B9-CD07085EDFC8}"/>
          </ac:picMkLst>
        </pc:picChg>
        <pc:picChg chg="del">
          <ac:chgData name="Archie Mittal" userId="eac599dd7b184fd7" providerId="LiveId" clId="{819E6800-69E6-4053-883E-D6CD4879FB4D}" dt="2026-04-21T12:08:36.625" v="377" actId="478"/>
          <ac:picMkLst>
            <pc:docMk/>
            <pc:sldMk cId="3467910832" sldId="332"/>
            <ac:picMk id="10" creationId="{D297715C-868A-48D8-EA50-75034DFB64F8}"/>
          </ac:picMkLst>
        </pc:picChg>
        <pc:picChg chg="del">
          <ac:chgData name="Archie Mittal" userId="eac599dd7b184fd7" providerId="LiveId" clId="{819E6800-69E6-4053-883E-D6CD4879FB4D}" dt="2026-04-21T12:08:54.801" v="382" actId="478"/>
          <ac:picMkLst>
            <pc:docMk/>
            <pc:sldMk cId="3467910832" sldId="332"/>
            <ac:picMk id="12" creationId="{15D27066-E2E5-1D11-0217-01A6E8ABA6AF}"/>
          </ac:picMkLst>
        </pc:picChg>
        <pc:picChg chg="add mod">
          <ac:chgData name="Archie Mittal" userId="eac599dd7b184fd7" providerId="LiveId" clId="{819E6800-69E6-4053-883E-D6CD4879FB4D}" dt="2026-04-21T12:08:32.561" v="376" actId="14100"/>
          <ac:picMkLst>
            <pc:docMk/>
            <pc:sldMk cId="3467910832" sldId="332"/>
            <ac:picMk id="13" creationId="{D2EA3C0C-68FD-4129-547F-34F351783397}"/>
          </ac:picMkLst>
        </pc:picChg>
        <pc:picChg chg="del">
          <ac:chgData name="Archie Mittal" userId="eac599dd7b184fd7" providerId="LiveId" clId="{819E6800-69E6-4053-883E-D6CD4879FB4D}" dt="2026-04-21T12:09:11.279" v="387" actId="478"/>
          <ac:picMkLst>
            <pc:docMk/>
            <pc:sldMk cId="3467910832" sldId="332"/>
            <ac:picMk id="15" creationId="{6119A92B-EC31-4FEA-E476-3143BF79DB95}"/>
          </ac:picMkLst>
        </pc:picChg>
        <pc:picChg chg="add mod">
          <ac:chgData name="Archie Mittal" userId="eac599dd7b184fd7" providerId="LiveId" clId="{819E6800-69E6-4053-883E-D6CD4879FB4D}" dt="2026-04-21T12:08:53.623" v="381" actId="14100"/>
          <ac:picMkLst>
            <pc:docMk/>
            <pc:sldMk cId="3467910832" sldId="332"/>
            <ac:picMk id="16" creationId="{374AFD89-0316-195F-9820-F223CAB490F4}"/>
          </ac:picMkLst>
        </pc:picChg>
        <pc:picChg chg="add mod">
          <ac:chgData name="Archie Mittal" userId="eac599dd7b184fd7" providerId="LiveId" clId="{819E6800-69E6-4053-883E-D6CD4879FB4D}" dt="2026-04-21T12:09:10.294" v="386" actId="14100"/>
          <ac:picMkLst>
            <pc:docMk/>
            <pc:sldMk cId="3467910832" sldId="332"/>
            <ac:picMk id="18" creationId="{F72E3FE8-EC26-256C-F89B-D766F1BB0192}"/>
          </ac:picMkLst>
        </pc:picChg>
        <pc:picChg chg="add mod">
          <ac:chgData name="Archie Mittal" userId="eac599dd7b184fd7" providerId="LiveId" clId="{819E6800-69E6-4053-883E-D6CD4879FB4D}" dt="2026-04-21T12:09:32.270" v="392" actId="14100"/>
          <ac:picMkLst>
            <pc:docMk/>
            <pc:sldMk cId="3467910832" sldId="332"/>
            <ac:picMk id="20" creationId="{CCD16766-56BC-1CF6-D09A-D7295ADF2EB9}"/>
          </ac:picMkLst>
        </pc:picChg>
      </pc:sldChg>
      <pc:sldChg chg="addSp delSp modSp add mod">
        <pc:chgData name="Archie Mittal" userId="eac599dd7b184fd7" providerId="LiveId" clId="{819E6800-69E6-4053-883E-D6CD4879FB4D}" dt="2026-04-21T12:11:51.174" v="427" actId="14100"/>
        <pc:sldMkLst>
          <pc:docMk/>
          <pc:sldMk cId="3853697178" sldId="333"/>
        </pc:sldMkLst>
        <pc:spChg chg="mod">
          <ac:chgData name="Archie Mittal" userId="eac599dd7b184fd7" providerId="LiveId" clId="{819E6800-69E6-4053-883E-D6CD4879FB4D}" dt="2026-04-21T12:04:18.172" v="307" actId="20577"/>
          <ac:spMkLst>
            <pc:docMk/>
            <pc:sldMk cId="3853697178" sldId="333"/>
            <ac:spMk id="2" creationId="{B29AAD1D-4146-6667-AF27-D57DD7A7F269}"/>
          </ac:spMkLst>
        </pc:spChg>
        <pc:picChg chg="del">
          <ac:chgData name="Archie Mittal" userId="eac599dd7b184fd7" providerId="LiveId" clId="{819E6800-69E6-4053-883E-D6CD4879FB4D}" dt="2026-04-21T12:09:45.628" v="393" actId="478"/>
          <ac:picMkLst>
            <pc:docMk/>
            <pc:sldMk cId="3853697178" sldId="333"/>
            <ac:picMk id="4" creationId="{547E2E97-2758-D94A-2FE4-13BB85CFAF1D}"/>
          </ac:picMkLst>
        </pc:picChg>
        <pc:picChg chg="add mod">
          <ac:chgData name="Archie Mittal" userId="eac599dd7b184fd7" providerId="LiveId" clId="{819E6800-69E6-4053-883E-D6CD4879FB4D}" dt="2026-04-21T12:10:08.165" v="398" actId="14100"/>
          <ac:picMkLst>
            <pc:docMk/>
            <pc:sldMk cId="3853697178" sldId="333"/>
            <ac:picMk id="5" creationId="{DD3E27AB-9FB6-AF74-8EDB-967130FF3DF8}"/>
          </ac:picMkLst>
        </pc:picChg>
        <pc:picChg chg="del">
          <ac:chgData name="Archie Mittal" userId="eac599dd7b184fd7" providerId="LiveId" clId="{819E6800-69E6-4053-883E-D6CD4879FB4D}" dt="2026-04-21T12:10:09.062" v="399" actId="478"/>
          <ac:picMkLst>
            <pc:docMk/>
            <pc:sldMk cId="3853697178" sldId="333"/>
            <ac:picMk id="6" creationId="{5A33C656-ACE7-EC5C-F279-E00D574BD69D}"/>
          </ac:picMkLst>
        </pc:picChg>
        <pc:picChg chg="del">
          <ac:chgData name="Archie Mittal" userId="eac599dd7b184fd7" providerId="LiveId" clId="{819E6800-69E6-4053-883E-D6CD4879FB4D}" dt="2026-04-21T12:10:28.592" v="405" actId="478"/>
          <ac:picMkLst>
            <pc:docMk/>
            <pc:sldMk cId="3853697178" sldId="333"/>
            <ac:picMk id="8" creationId="{93128B67-75E7-4630-00A2-9C131230182A}"/>
          </ac:picMkLst>
        </pc:picChg>
        <pc:picChg chg="add mod">
          <ac:chgData name="Archie Mittal" userId="eac599dd7b184fd7" providerId="LiveId" clId="{819E6800-69E6-4053-883E-D6CD4879FB4D}" dt="2026-04-21T12:10:27.222" v="404" actId="14100"/>
          <ac:picMkLst>
            <pc:docMk/>
            <pc:sldMk cId="3853697178" sldId="333"/>
            <ac:picMk id="9" creationId="{EF59FF7A-23DC-6B25-18B1-7E356C7C8609}"/>
          </ac:picMkLst>
        </pc:picChg>
        <pc:picChg chg="del">
          <ac:chgData name="Archie Mittal" userId="eac599dd7b184fd7" providerId="LiveId" clId="{819E6800-69E6-4053-883E-D6CD4879FB4D}" dt="2026-04-21T12:10:54.163" v="412" actId="478"/>
          <ac:picMkLst>
            <pc:docMk/>
            <pc:sldMk cId="3853697178" sldId="333"/>
            <ac:picMk id="10" creationId="{DBD97D44-8625-FD2D-6D30-EA2C998BA43A}"/>
          </ac:picMkLst>
        </pc:picChg>
        <pc:picChg chg="del">
          <ac:chgData name="Archie Mittal" userId="eac599dd7b184fd7" providerId="LiveId" clId="{819E6800-69E6-4053-883E-D6CD4879FB4D}" dt="2026-04-21T12:11:10.814" v="417" actId="478"/>
          <ac:picMkLst>
            <pc:docMk/>
            <pc:sldMk cId="3853697178" sldId="333"/>
            <ac:picMk id="12" creationId="{A85CA287-B75E-65F9-10C5-E97FF4467411}"/>
          </ac:picMkLst>
        </pc:picChg>
        <pc:picChg chg="add mod">
          <ac:chgData name="Archie Mittal" userId="eac599dd7b184fd7" providerId="LiveId" clId="{819E6800-69E6-4053-883E-D6CD4879FB4D}" dt="2026-04-21T12:10:52.926" v="411" actId="14100"/>
          <ac:picMkLst>
            <pc:docMk/>
            <pc:sldMk cId="3853697178" sldId="333"/>
            <ac:picMk id="13" creationId="{81CE62F2-6D9F-1B5A-759E-1E4E005DF9F4}"/>
          </ac:picMkLst>
        </pc:picChg>
        <pc:picChg chg="del">
          <ac:chgData name="Archie Mittal" userId="eac599dd7b184fd7" providerId="LiveId" clId="{819E6800-69E6-4053-883E-D6CD4879FB4D}" dt="2026-04-21T12:11:31.888" v="423" actId="478"/>
          <ac:picMkLst>
            <pc:docMk/>
            <pc:sldMk cId="3853697178" sldId="333"/>
            <ac:picMk id="15" creationId="{CDEAC330-38FA-0A66-E5F5-99750FB2B30B}"/>
          </ac:picMkLst>
        </pc:picChg>
        <pc:picChg chg="add mod">
          <ac:chgData name="Archie Mittal" userId="eac599dd7b184fd7" providerId="LiveId" clId="{819E6800-69E6-4053-883E-D6CD4879FB4D}" dt="2026-04-21T12:11:09.841" v="416" actId="14100"/>
          <ac:picMkLst>
            <pc:docMk/>
            <pc:sldMk cId="3853697178" sldId="333"/>
            <ac:picMk id="16" creationId="{33B6B113-84B4-FF23-DB0F-57CE6925CEDD}"/>
          </ac:picMkLst>
        </pc:picChg>
        <pc:picChg chg="add mod">
          <ac:chgData name="Archie Mittal" userId="eac599dd7b184fd7" providerId="LiveId" clId="{819E6800-69E6-4053-883E-D6CD4879FB4D}" dt="2026-04-21T12:11:31.075" v="422" actId="14100"/>
          <ac:picMkLst>
            <pc:docMk/>
            <pc:sldMk cId="3853697178" sldId="333"/>
            <ac:picMk id="18" creationId="{6402897E-D1E2-00D0-9B97-49EA95CE5B90}"/>
          </ac:picMkLst>
        </pc:picChg>
        <pc:picChg chg="add mod">
          <ac:chgData name="Archie Mittal" userId="eac599dd7b184fd7" providerId="LiveId" clId="{819E6800-69E6-4053-883E-D6CD4879FB4D}" dt="2026-04-21T12:11:51.174" v="427" actId="14100"/>
          <ac:picMkLst>
            <pc:docMk/>
            <pc:sldMk cId="3853697178" sldId="333"/>
            <ac:picMk id="20" creationId="{3A360E0C-E9B1-16D0-E665-9085E0B23A98}"/>
          </ac:picMkLst>
        </pc:picChg>
      </pc:sldChg>
      <pc:sldChg chg="addSp delSp modSp add mod">
        <pc:chgData name="Archie Mittal" userId="eac599dd7b184fd7" providerId="LiveId" clId="{819E6800-69E6-4053-883E-D6CD4879FB4D}" dt="2026-04-21T12:14:52.490" v="463" actId="14100"/>
        <pc:sldMkLst>
          <pc:docMk/>
          <pc:sldMk cId="267596800" sldId="334"/>
        </pc:sldMkLst>
        <pc:spChg chg="mod">
          <ac:chgData name="Archie Mittal" userId="eac599dd7b184fd7" providerId="LiveId" clId="{819E6800-69E6-4053-883E-D6CD4879FB4D}" dt="2026-04-21T12:04:25.129" v="315" actId="20577"/>
          <ac:spMkLst>
            <pc:docMk/>
            <pc:sldMk cId="267596800" sldId="334"/>
            <ac:spMk id="2" creationId="{3DDECBB6-D4BB-D5FF-2F76-4617AADE8745}"/>
          </ac:spMkLst>
        </pc:spChg>
        <pc:picChg chg="del">
          <ac:chgData name="Archie Mittal" userId="eac599dd7b184fd7" providerId="LiveId" clId="{819E6800-69E6-4053-883E-D6CD4879FB4D}" dt="2026-04-21T12:12:00.116" v="428" actId="478"/>
          <ac:picMkLst>
            <pc:docMk/>
            <pc:sldMk cId="267596800" sldId="334"/>
            <ac:picMk id="4" creationId="{2ED3FA16-C779-6B5A-5283-804B5390B570}"/>
          </ac:picMkLst>
        </pc:picChg>
        <pc:picChg chg="add mod">
          <ac:chgData name="Archie Mittal" userId="eac599dd7b184fd7" providerId="LiveId" clId="{819E6800-69E6-4053-883E-D6CD4879FB4D}" dt="2026-04-21T12:12:27.652" v="434" actId="14100"/>
          <ac:picMkLst>
            <pc:docMk/>
            <pc:sldMk cId="267596800" sldId="334"/>
            <ac:picMk id="5" creationId="{A559E73A-4EB5-0E76-F3EE-63920EC5FE51}"/>
          </ac:picMkLst>
        </pc:picChg>
        <pc:picChg chg="del">
          <ac:chgData name="Archie Mittal" userId="eac599dd7b184fd7" providerId="LiveId" clId="{819E6800-69E6-4053-883E-D6CD4879FB4D}" dt="2026-04-21T12:12:28.969" v="435" actId="478"/>
          <ac:picMkLst>
            <pc:docMk/>
            <pc:sldMk cId="267596800" sldId="334"/>
            <ac:picMk id="6" creationId="{3DC69982-6EE1-F4DC-C453-EA8B26CD69A6}"/>
          </ac:picMkLst>
        </pc:picChg>
        <pc:picChg chg="del">
          <ac:chgData name="Archie Mittal" userId="eac599dd7b184fd7" providerId="LiveId" clId="{819E6800-69E6-4053-883E-D6CD4879FB4D}" dt="2026-04-21T12:12:50.296" v="442" actId="478"/>
          <ac:picMkLst>
            <pc:docMk/>
            <pc:sldMk cId="267596800" sldId="334"/>
            <ac:picMk id="8" creationId="{BDDE3FCA-DE80-A3D2-C630-CE81B504EA14}"/>
          </ac:picMkLst>
        </pc:picChg>
        <pc:picChg chg="add mod">
          <ac:chgData name="Archie Mittal" userId="eac599dd7b184fd7" providerId="LiveId" clId="{819E6800-69E6-4053-883E-D6CD4879FB4D}" dt="2026-04-21T12:12:48.773" v="441" actId="14100"/>
          <ac:picMkLst>
            <pc:docMk/>
            <pc:sldMk cId="267596800" sldId="334"/>
            <ac:picMk id="9" creationId="{13663544-1B9B-03B1-2CE9-BB9CA9F47AB4}"/>
          </ac:picMkLst>
        </pc:picChg>
        <pc:picChg chg="del">
          <ac:chgData name="Archie Mittal" userId="eac599dd7b184fd7" providerId="LiveId" clId="{819E6800-69E6-4053-883E-D6CD4879FB4D}" dt="2026-04-21T12:13:54.635" v="448" actId="478"/>
          <ac:picMkLst>
            <pc:docMk/>
            <pc:sldMk cId="267596800" sldId="334"/>
            <ac:picMk id="10" creationId="{FB263DF8-5C56-E43B-8FE8-B81D7482D276}"/>
          </ac:picMkLst>
        </pc:picChg>
        <pc:picChg chg="del">
          <ac:chgData name="Archie Mittal" userId="eac599dd7b184fd7" providerId="LiveId" clId="{819E6800-69E6-4053-883E-D6CD4879FB4D}" dt="2026-04-21T12:14:08.854" v="453" actId="478"/>
          <ac:picMkLst>
            <pc:docMk/>
            <pc:sldMk cId="267596800" sldId="334"/>
            <ac:picMk id="12" creationId="{A9615AD5-8AFD-4D63-4337-54A2569885AE}"/>
          </ac:picMkLst>
        </pc:picChg>
        <pc:picChg chg="add mod">
          <ac:chgData name="Archie Mittal" userId="eac599dd7b184fd7" providerId="LiveId" clId="{819E6800-69E6-4053-883E-D6CD4879FB4D}" dt="2026-04-21T12:13:15.264" v="447" actId="14100"/>
          <ac:picMkLst>
            <pc:docMk/>
            <pc:sldMk cId="267596800" sldId="334"/>
            <ac:picMk id="13" creationId="{F1890C98-FCBC-CCF7-5233-748DFB0D8C7C}"/>
          </ac:picMkLst>
        </pc:picChg>
        <pc:picChg chg="del">
          <ac:chgData name="Archie Mittal" userId="eac599dd7b184fd7" providerId="LiveId" clId="{819E6800-69E6-4053-883E-D6CD4879FB4D}" dt="2026-04-21T12:14:31.977" v="459" actId="478"/>
          <ac:picMkLst>
            <pc:docMk/>
            <pc:sldMk cId="267596800" sldId="334"/>
            <ac:picMk id="15" creationId="{12628CC8-CBA4-94B4-75C7-D34A7100AEED}"/>
          </ac:picMkLst>
        </pc:picChg>
        <pc:picChg chg="add mod">
          <ac:chgData name="Archie Mittal" userId="eac599dd7b184fd7" providerId="LiveId" clId="{819E6800-69E6-4053-883E-D6CD4879FB4D}" dt="2026-04-21T12:14:07.896" v="452" actId="14100"/>
          <ac:picMkLst>
            <pc:docMk/>
            <pc:sldMk cId="267596800" sldId="334"/>
            <ac:picMk id="16" creationId="{86BA377E-7373-0DEA-C57F-2ABC275C3AB7}"/>
          </ac:picMkLst>
        </pc:picChg>
        <pc:picChg chg="add mod">
          <ac:chgData name="Archie Mittal" userId="eac599dd7b184fd7" providerId="LiveId" clId="{819E6800-69E6-4053-883E-D6CD4879FB4D}" dt="2026-04-21T12:14:31.043" v="458" actId="14100"/>
          <ac:picMkLst>
            <pc:docMk/>
            <pc:sldMk cId="267596800" sldId="334"/>
            <ac:picMk id="18" creationId="{5ECC0C3B-2A0D-7FB5-9550-A9177FFE1752}"/>
          </ac:picMkLst>
        </pc:picChg>
        <pc:picChg chg="add mod">
          <ac:chgData name="Archie Mittal" userId="eac599dd7b184fd7" providerId="LiveId" clId="{819E6800-69E6-4053-883E-D6CD4879FB4D}" dt="2026-04-21T12:14:52.490" v="463" actId="14100"/>
          <ac:picMkLst>
            <pc:docMk/>
            <pc:sldMk cId="267596800" sldId="334"/>
            <ac:picMk id="20" creationId="{A7C57191-AE80-06D5-21E2-483FDD8709D1}"/>
          </ac:picMkLst>
        </pc:picChg>
      </pc:sldChg>
      <pc:sldChg chg="addSp delSp modSp add mod">
        <pc:chgData name="Archie Mittal" userId="eac599dd7b184fd7" providerId="LiveId" clId="{819E6800-69E6-4053-883E-D6CD4879FB4D}" dt="2026-04-21T12:17:07.841" v="496" actId="14100"/>
        <pc:sldMkLst>
          <pc:docMk/>
          <pc:sldMk cId="1192105329" sldId="335"/>
        </pc:sldMkLst>
        <pc:spChg chg="mod">
          <ac:chgData name="Archie Mittal" userId="eac599dd7b184fd7" providerId="LiveId" clId="{819E6800-69E6-4053-883E-D6CD4879FB4D}" dt="2026-04-21T12:04:31.574" v="323" actId="20577"/>
          <ac:spMkLst>
            <pc:docMk/>
            <pc:sldMk cId="1192105329" sldId="335"/>
            <ac:spMk id="2" creationId="{D7E48BD3-8BAF-EB44-D646-F4CE9DF6CF94}"/>
          </ac:spMkLst>
        </pc:spChg>
        <pc:picChg chg="del">
          <ac:chgData name="Archie Mittal" userId="eac599dd7b184fd7" providerId="LiveId" clId="{819E6800-69E6-4053-883E-D6CD4879FB4D}" dt="2026-04-21T12:14:58.550" v="464" actId="478"/>
          <ac:picMkLst>
            <pc:docMk/>
            <pc:sldMk cId="1192105329" sldId="335"/>
            <ac:picMk id="4" creationId="{0450438E-4225-9DE8-EEF4-C02007416C35}"/>
          </ac:picMkLst>
        </pc:picChg>
        <pc:picChg chg="add mod">
          <ac:chgData name="Archie Mittal" userId="eac599dd7b184fd7" providerId="LiveId" clId="{819E6800-69E6-4053-883E-D6CD4879FB4D}" dt="2026-04-21T12:15:20.989" v="468" actId="14100"/>
          <ac:picMkLst>
            <pc:docMk/>
            <pc:sldMk cId="1192105329" sldId="335"/>
            <ac:picMk id="5" creationId="{6990EF68-DD9E-E0B7-8C08-AAE64AFDC59B}"/>
          </ac:picMkLst>
        </pc:picChg>
        <pc:picChg chg="del">
          <ac:chgData name="Archie Mittal" userId="eac599dd7b184fd7" providerId="LiveId" clId="{819E6800-69E6-4053-883E-D6CD4879FB4D}" dt="2026-04-21T12:15:22.571" v="469" actId="478"/>
          <ac:picMkLst>
            <pc:docMk/>
            <pc:sldMk cId="1192105329" sldId="335"/>
            <ac:picMk id="6" creationId="{984DF2CB-5DBF-0E06-27D6-C42C6D8C2D9D}"/>
          </ac:picMkLst>
        </pc:picChg>
        <pc:picChg chg="del">
          <ac:chgData name="Archie Mittal" userId="eac599dd7b184fd7" providerId="LiveId" clId="{819E6800-69E6-4053-883E-D6CD4879FB4D}" dt="2026-04-21T12:15:46.416" v="475" actId="478"/>
          <ac:picMkLst>
            <pc:docMk/>
            <pc:sldMk cId="1192105329" sldId="335"/>
            <ac:picMk id="8" creationId="{C0CE7C91-D276-4380-B826-682C70FFE8CB}"/>
          </ac:picMkLst>
        </pc:picChg>
        <pc:picChg chg="add mod">
          <ac:chgData name="Archie Mittal" userId="eac599dd7b184fd7" providerId="LiveId" clId="{819E6800-69E6-4053-883E-D6CD4879FB4D}" dt="2026-04-21T12:15:44.649" v="474" actId="14100"/>
          <ac:picMkLst>
            <pc:docMk/>
            <pc:sldMk cId="1192105329" sldId="335"/>
            <ac:picMk id="9" creationId="{1D9019E8-402D-8646-C56B-F09A56D04B99}"/>
          </ac:picMkLst>
        </pc:picChg>
        <pc:picChg chg="del">
          <ac:chgData name="Archie Mittal" userId="eac599dd7b184fd7" providerId="LiveId" clId="{819E6800-69E6-4053-883E-D6CD4879FB4D}" dt="2026-04-21T12:16:14.519" v="482" actId="478"/>
          <ac:picMkLst>
            <pc:docMk/>
            <pc:sldMk cId="1192105329" sldId="335"/>
            <ac:picMk id="10" creationId="{098E2C64-3791-4855-29EE-479C54394B68}"/>
          </ac:picMkLst>
        </pc:picChg>
        <pc:picChg chg="del">
          <ac:chgData name="Archie Mittal" userId="eac599dd7b184fd7" providerId="LiveId" clId="{819E6800-69E6-4053-883E-D6CD4879FB4D}" dt="2026-04-21T12:16:29.531" v="487" actId="478"/>
          <ac:picMkLst>
            <pc:docMk/>
            <pc:sldMk cId="1192105329" sldId="335"/>
            <ac:picMk id="12" creationId="{4AFD3C4A-B744-4439-BBC9-3F6AFBF0360A}"/>
          </ac:picMkLst>
        </pc:picChg>
        <pc:picChg chg="add mod">
          <ac:chgData name="Archie Mittal" userId="eac599dd7b184fd7" providerId="LiveId" clId="{819E6800-69E6-4053-883E-D6CD4879FB4D}" dt="2026-04-21T12:16:12.127" v="481" actId="14100"/>
          <ac:picMkLst>
            <pc:docMk/>
            <pc:sldMk cId="1192105329" sldId="335"/>
            <ac:picMk id="13" creationId="{3D7DE2E1-C98F-3074-8A33-A36055122C42}"/>
          </ac:picMkLst>
        </pc:picChg>
        <pc:picChg chg="del">
          <ac:chgData name="Archie Mittal" userId="eac599dd7b184fd7" providerId="LiveId" clId="{819E6800-69E6-4053-883E-D6CD4879FB4D}" dt="2026-04-21T12:16:46.481" v="492" actId="478"/>
          <ac:picMkLst>
            <pc:docMk/>
            <pc:sldMk cId="1192105329" sldId="335"/>
            <ac:picMk id="15" creationId="{E13AE68C-1834-867F-F696-969D03787212}"/>
          </ac:picMkLst>
        </pc:picChg>
        <pc:picChg chg="add mod">
          <ac:chgData name="Archie Mittal" userId="eac599dd7b184fd7" providerId="LiveId" clId="{819E6800-69E6-4053-883E-D6CD4879FB4D}" dt="2026-04-21T12:16:28.638" v="486" actId="14100"/>
          <ac:picMkLst>
            <pc:docMk/>
            <pc:sldMk cId="1192105329" sldId="335"/>
            <ac:picMk id="16" creationId="{C092364A-F06C-7F3C-E1BC-D4DCB7628EFD}"/>
          </ac:picMkLst>
        </pc:picChg>
        <pc:picChg chg="add mod">
          <ac:chgData name="Archie Mittal" userId="eac599dd7b184fd7" providerId="LiveId" clId="{819E6800-69E6-4053-883E-D6CD4879FB4D}" dt="2026-04-21T12:16:45.566" v="491" actId="14100"/>
          <ac:picMkLst>
            <pc:docMk/>
            <pc:sldMk cId="1192105329" sldId="335"/>
            <ac:picMk id="18" creationId="{2D69DB93-B3E2-D204-2465-F390D4F812FA}"/>
          </ac:picMkLst>
        </pc:picChg>
        <pc:picChg chg="add mod">
          <ac:chgData name="Archie Mittal" userId="eac599dd7b184fd7" providerId="LiveId" clId="{819E6800-69E6-4053-883E-D6CD4879FB4D}" dt="2026-04-21T12:17:07.841" v="496" actId="14100"/>
          <ac:picMkLst>
            <pc:docMk/>
            <pc:sldMk cId="1192105329" sldId="335"/>
            <ac:picMk id="20" creationId="{EE5DEC00-4733-6D18-7777-2EE01EBFB05F}"/>
          </ac:picMkLst>
        </pc:picChg>
      </pc:sldChg>
      <pc:sldChg chg="ord">
        <pc:chgData name="Archie Mittal" userId="eac599dd7b184fd7" providerId="LiveId" clId="{819E6800-69E6-4053-883E-D6CD4879FB4D}" dt="2026-04-21T12:20:49.480" v="516"/>
        <pc:sldMkLst>
          <pc:docMk/>
          <pc:sldMk cId="3244322993" sldId="337"/>
        </pc:sldMkLst>
      </pc:sldChg>
      <pc:sldChg chg="ord">
        <pc:chgData name="Archie Mittal" userId="eac599dd7b184fd7" providerId="LiveId" clId="{819E6800-69E6-4053-883E-D6CD4879FB4D}" dt="2026-04-21T12:19:10.791" v="502"/>
        <pc:sldMkLst>
          <pc:docMk/>
          <pc:sldMk cId="2007851604" sldId="338"/>
        </pc:sldMkLst>
      </pc:sldChg>
      <pc:sldChg chg="ord">
        <pc:chgData name="Archie Mittal" userId="eac599dd7b184fd7" providerId="LiveId" clId="{819E6800-69E6-4053-883E-D6CD4879FB4D}" dt="2026-04-21T12:20:43.690" v="514"/>
        <pc:sldMkLst>
          <pc:docMk/>
          <pc:sldMk cId="2052508621" sldId="339"/>
        </pc:sldMkLst>
      </pc:sldChg>
      <pc:sldChg chg="ord">
        <pc:chgData name="Archie Mittal" userId="eac599dd7b184fd7" providerId="LiveId" clId="{819E6800-69E6-4053-883E-D6CD4879FB4D}" dt="2026-04-21T12:20:33.153" v="510"/>
        <pc:sldMkLst>
          <pc:docMk/>
          <pc:sldMk cId="1730407566" sldId="340"/>
        </pc:sldMkLst>
      </pc:sldChg>
      <pc:sldChg chg="ord">
        <pc:chgData name="Archie Mittal" userId="eac599dd7b184fd7" providerId="LiveId" clId="{819E6800-69E6-4053-883E-D6CD4879FB4D}" dt="2026-04-21T12:20:56.266" v="520"/>
        <pc:sldMkLst>
          <pc:docMk/>
          <pc:sldMk cId="2106397222" sldId="341"/>
        </pc:sldMkLst>
      </pc:sldChg>
      <pc:sldChg chg="ord">
        <pc:chgData name="Archie Mittal" userId="eac599dd7b184fd7" providerId="LiveId" clId="{819E6800-69E6-4053-883E-D6CD4879FB4D}" dt="2026-04-21T12:20:52.236" v="518"/>
        <pc:sldMkLst>
          <pc:docMk/>
          <pc:sldMk cId="4048111795" sldId="342"/>
        </pc:sldMkLst>
      </pc:sldChg>
    </pc:docChg>
  </pc:docChgLst>
  <pc:docChgLst>
    <pc:chgData name="Guest User" providerId="Windows Live" clId="Web-{C570BBBF-61AD-6836-DA2B-E5DB29A2208C}"/>
    <pc:docChg chg="addSld modSld sldOrd">
      <pc:chgData name="Guest User" userId="" providerId="Windows Live" clId="Web-{C570BBBF-61AD-6836-DA2B-E5DB29A2208C}" dt="2026-04-21T12:23:49.545" v="126"/>
      <pc:docMkLst>
        <pc:docMk/>
      </pc:docMkLst>
      <pc:sldChg chg="add">
        <pc:chgData name="Guest User" userId="" providerId="Windows Live" clId="Web-{C570BBBF-61AD-6836-DA2B-E5DB29A2208C}" dt="2026-04-21T11:54:05.852" v="0"/>
        <pc:sldMkLst>
          <pc:docMk/>
          <pc:sldMk cId="1652213111" sldId="326"/>
        </pc:sldMkLst>
      </pc:sldChg>
      <pc:sldChg chg="add">
        <pc:chgData name="Guest User" userId="" providerId="Windows Live" clId="Web-{C570BBBF-61AD-6836-DA2B-E5DB29A2208C}" dt="2026-04-21T11:58:19.783" v="1"/>
        <pc:sldMkLst>
          <pc:docMk/>
          <pc:sldMk cId="3842540121" sldId="328"/>
        </pc:sldMkLst>
      </pc:sldChg>
      <pc:sldChg chg="add">
        <pc:chgData name="Guest User" userId="" providerId="Windows Live" clId="Web-{C570BBBF-61AD-6836-DA2B-E5DB29A2208C}" dt="2026-04-21T11:58:53.533" v="2"/>
        <pc:sldMkLst>
          <pc:docMk/>
          <pc:sldMk cId="2656305175" sldId="329"/>
        </pc:sldMkLst>
      </pc:sldChg>
      <pc:sldChg chg="add">
        <pc:chgData name="Guest User" userId="" providerId="Windows Live" clId="Web-{C570BBBF-61AD-6836-DA2B-E5DB29A2208C}" dt="2026-04-21T12:05:54.060" v="3"/>
        <pc:sldMkLst>
          <pc:docMk/>
          <pc:sldMk cId="1434430742" sldId="336"/>
        </pc:sldMkLst>
      </pc:sldChg>
      <pc:sldChg chg="add ord">
        <pc:chgData name="Guest User" userId="" providerId="Windows Live" clId="Web-{C570BBBF-61AD-6836-DA2B-E5DB29A2208C}" dt="2026-04-21T12:23:49.545" v="126"/>
        <pc:sldMkLst>
          <pc:docMk/>
          <pc:sldMk cId="3244322993" sldId="337"/>
        </pc:sldMkLst>
      </pc:sldChg>
      <pc:sldChg chg="add">
        <pc:chgData name="Guest User" userId="" providerId="Windows Live" clId="Web-{C570BBBF-61AD-6836-DA2B-E5DB29A2208C}" dt="2026-04-21T12:06:28.125" v="5"/>
        <pc:sldMkLst>
          <pc:docMk/>
          <pc:sldMk cId="2007851604" sldId="338"/>
        </pc:sldMkLst>
      </pc:sldChg>
      <pc:sldChg chg="add ord">
        <pc:chgData name="Guest User" userId="" providerId="Windows Live" clId="Web-{C570BBBF-61AD-6836-DA2B-E5DB29A2208C}" dt="2026-04-21T12:23:39.233" v="125"/>
        <pc:sldMkLst>
          <pc:docMk/>
          <pc:sldMk cId="2052508621" sldId="339"/>
        </pc:sldMkLst>
      </pc:sldChg>
      <pc:sldChg chg="add">
        <pc:chgData name="Guest User" userId="" providerId="Windows Live" clId="Web-{C570BBBF-61AD-6836-DA2B-E5DB29A2208C}" dt="2026-04-21T12:13:08.714" v="7"/>
        <pc:sldMkLst>
          <pc:docMk/>
          <pc:sldMk cId="1730407566" sldId="340"/>
        </pc:sldMkLst>
      </pc:sldChg>
      <pc:sldChg chg="add">
        <pc:chgData name="Guest User" userId="" providerId="Windows Live" clId="Web-{C570BBBF-61AD-6836-DA2B-E5DB29A2208C}" dt="2026-04-21T12:13:08.948" v="8"/>
        <pc:sldMkLst>
          <pc:docMk/>
          <pc:sldMk cId="2106397222" sldId="341"/>
        </pc:sldMkLst>
      </pc:sldChg>
      <pc:sldChg chg="addSp delSp modSp add replId">
        <pc:chgData name="Guest User" userId="" providerId="Windows Live" clId="Web-{C570BBBF-61AD-6836-DA2B-E5DB29A2208C}" dt="2026-04-21T12:23:22.686" v="124" actId="14100"/>
        <pc:sldMkLst>
          <pc:docMk/>
          <pc:sldMk cId="4048111795" sldId="342"/>
        </pc:sldMkLst>
        <pc:spChg chg="mod">
          <ac:chgData name="Guest User" userId="" providerId="Windows Live" clId="Web-{C570BBBF-61AD-6836-DA2B-E5DB29A2208C}" dt="2026-04-21T12:18:01.136" v="13" actId="20577"/>
          <ac:spMkLst>
            <pc:docMk/>
            <pc:sldMk cId="4048111795" sldId="342"/>
            <ac:spMk id="4" creationId="{6466BCB9-941C-149A-785A-1073323A3C91}"/>
          </ac:spMkLst>
        </pc:spChg>
        <pc:picChg chg="del">
          <ac:chgData name="Guest User" userId="" providerId="Windows Live" clId="Web-{C570BBBF-61AD-6836-DA2B-E5DB29A2208C}" dt="2026-04-21T12:18:05.652" v="14"/>
          <ac:picMkLst>
            <pc:docMk/>
            <pc:sldMk cId="4048111795" sldId="342"/>
            <ac:picMk id="5" creationId="{18D79CED-6984-DE1A-C433-1467073C512E}"/>
          </ac:picMkLst>
        </pc:picChg>
        <pc:picChg chg="del">
          <ac:chgData name="Guest User" userId="" providerId="Windows Live" clId="Web-{C570BBBF-61AD-6836-DA2B-E5DB29A2208C}" dt="2026-04-21T12:18:11.013" v="15"/>
          <ac:picMkLst>
            <pc:docMk/>
            <pc:sldMk cId="4048111795" sldId="342"/>
            <ac:picMk id="6" creationId="{5421D9DE-6A07-0B18-AD40-2737C0202A92}"/>
          </ac:picMkLst>
        </pc:picChg>
        <pc:picChg chg="del">
          <ac:chgData name="Guest User" userId="" providerId="Windows Live" clId="Web-{C570BBBF-61AD-6836-DA2B-E5DB29A2208C}" dt="2026-04-21T12:18:15.826" v="16"/>
          <ac:picMkLst>
            <pc:docMk/>
            <pc:sldMk cId="4048111795" sldId="342"/>
            <ac:picMk id="7" creationId="{0BBB16A2-99B2-DBE4-ECFD-1D5180B8FDD7}"/>
          </ac:picMkLst>
        </pc:picChg>
        <pc:picChg chg="del">
          <ac:chgData name="Guest User" userId="" providerId="Windows Live" clId="Web-{C570BBBF-61AD-6836-DA2B-E5DB29A2208C}" dt="2026-04-21T12:18:23.124" v="17"/>
          <ac:picMkLst>
            <pc:docMk/>
            <pc:sldMk cId="4048111795" sldId="342"/>
            <ac:picMk id="8" creationId="{FCF9EF5A-0AE1-27F2-15F9-08AFBEBFD4B5}"/>
          </ac:picMkLst>
        </pc:picChg>
        <pc:picChg chg="del">
          <ac:chgData name="Guest User" userId="" providerId="Windows Live" clId="Web-{C570BBBF-61AD-6836-DA2B-E5DB29A2208C}" dt="2026-04-21T12:18:28.375" v="18"/>
          <ac:picMkLst>
            <pc:docMk/>
            <pc:sldMk cId="4048111795" sldId="342"/>
            <ac:picMk id="9" creationId="{3C7F26DB-67DC-481C-6089-F2DFF9FDEE55}"/>
          </ac:picMkLst>
        </pc:picChg>
        <pc:picChg chg="del">
          <ac:chgData name="Guest User" userId="" providerId="Windows Live" clId="Web-{C570BBBF-61AD-6836-DA2B-E5DB29A2208C}" dt="2026-04-21T12:18:33.219" v="19"/>
          <ac:picMkLst>
            <pc:docMk/>
            <pc:sldMk cId="4048111795" sldId="342"/>
            <ac:picMk id="10" creationId="{81D18C84-B6F0-1CC1-ACA3-11DACAF3A94A}"/>
          </ac:picMkLst>
        </pc:picChg>
        <pc:picChg chg="add del mod">
          <ac:chgData name="Guest User" userId="" providerId="Windows Live" clId="Web-{C570BBBF-61AD-6836-DA2B-E5DB29A2208C}" dt="2026-04-21T12:19:40.566" v="67"/>
          <ac:picMkLst>
            <pc:docMk/>
            <pc:sldMk cId="4048111795" sldId="342"/>
            <ac:picMk id="11" creationId="{33F3CDEC-E686-F1EE-1394-78E189A6AD65}"/>
          </ac:picMkLst>
        </pc:picChg>
        <pc:picChg chg="add del mod">
          <ac:chgData name="Guest User" userId="" providerId="Windows Live" clId="Web-{C570BBBF-61AD-6836-DA2B-E5DB29A2208C}" dt="2026-04-21T12:19:38.910" v="66"/>
          <ac:picMkLst>
            <pc:docMk/>
            <pc:sldMk cId="4048111795" sldId="342"/>
            <ac:picMk id="12" creationId="{42E46E6F-4B28-441C-FA4C-4C176C334DB6}"/>
          </ac:picMkLst>
        </pc:picChg>
        <pc:picChg chg="add del mod">
          <ac:chgData name="Guest User" userId="" providerId="Windows Live" clId="Web-{C570BBBF-61AD-6836-DA2B-E5DB29A2208C}" dt="2026-04-21T12:19:37.973" v="65"/>
          <ac:picMkLst>
            <pc:docMk/>
            <pc:sldMk cId="4048111795" sldId="342"/>
            <ac:picMk id="13" creationId="{97A8047D-1BF6-526A-AA83-89B3293C01DB}"/>
          </ac:picMkLst>
        </pc:picChg>
        <pc:picChg chg="add del mod">
          <ac:chgData name="Guest User" userId="" providerId="Windows Live" clId="Web-{C570BBBF-61AD-6836-DA2B-E5DB29A2208C}" dt="2026-04-21T12:19:36.988" v="64"/>
          <ac:picMkLst>
            <pc:docMk/>
            <pc:sldMk cId="4048111795" sldId="342"/>
            <ac:picMk id="14" creationId="{745CE649-BC3F-3B3D-AF83-12B477407426}"/>
          </ac:picMkLst>
        </pc:picChg>
        <pc:picChg chg="add del mod">
          <ac:chgData name="Guest User" userId="" providerId="Windows Live" clId="Web-{C570BBBF-61AD-6836-DA2B-E5DB29A2208C}" dt="2026-04-21T12:19:34.582" v="63"/>
          <ac:picMkLst>
            <pc:docMk/>
            <pc:sldMk cId="4048111795" sldId="342"/>
            <ac:picMk id="15" creationId="{CF789561-C0E6-9C9D-F596-42A4FDD492B9}"/>
          </ac:picMkLst>
        </pc:picChg>
        <pc:picChg chg="add del mod">
          <ac:chgData name="Guest User" userId="" providerId="Windows Live" clId="Web-{C570BBBF-61AD-6836-DA2B-E5DB29A2208C}" dt="2026-04-21T12:19:33.144" v="62"/>
          <ac:picMkLst>
            <pc:docMk/>
            <pc:sldMk cId="4048111795" sldId="342"/>
            <ac:picMk id="16" creationId="{99D5EC2B-6C0D-A1C0-EB17-6436063F9379}"/>
          </ac:picMkLst>
        </pc:picChg>
        <pc:picChg chg="add mod">
          <ac:chgData name="Guest User" userId="" providerId="Windows Live" clId="Web-{C570BBBF-61AD-6836-DA2B-E5DB29A2208C}" dt="2026-04-21T12:20:37.410" v="82" actId="14100"/>
          <ac:picMkLst>
            <pc:docMk/>
            <pc:sldMk cId="4048111795" sldId="342"/>
            <ac:picMk id="17" creationId="{D936686D-BED8-9985-E842-7CADD51AEA98}"/>
          </ac:picMkLst>
        </pc:picChg>
        <pc:picChg chg="add mod">
          <ac:chgData name="Guest User" userId="" providerId="Windows Live" clId="Web-{C570BBBF-61AD-6836-DA2B-E5DB29A2208C}" dt="2026-04-21T12:20:45.270" v="85" actId="14100"/>
          <ac:picMkLst>
            <pc:docMk/>
            <pc:sldMk cId="4048111795" sldId="342"/>
            <ac:picMk id="18" creationId="{4A24DD19-72F5-6CDC-0457-95C372267C78}"/>
          </ac:picMkLst>
        </pc:picChg>
        <pc:picChg chg="add mod">
          <ac:chgData name="Guest User" userId="" providerId="Windows Live" clId="Web-{C570BBBF-61AD-6836-DA2B-E5DB29A2208C}" dt="2026-04-21T12:21:12.442" v="91" actId="14100"/>
          <ac:picMkLst>
            <pc:docMk/>
            <pc:sldMk cId="4048111795" sldId="342"/>
            <ac:picMk id="19" creationId="{93DD2C13-EA75-9C42-5E70-BCCD3CD13612}"/>
          </ac:picMkLst>
        </pc:picChg>
        <pc:picChg chg="add mod">
          <ac:chgData name="Guest User" userId="" providerId="Windows Live" clId="Web-{C570BBBF-61AD-6836-DA2B-E5DB29A2208C}" dt="2026-04-21T12:22:39.093" v="109" actId="14100"/>
          <ac:picMkLst>
            <pc:docMk/>
            <pc:sldMk cId="4048111795" sldId="342"/>
            <ac:picMk id="20" creationId="{77D045DB-D30B-B94D-FC97-BC4409D506E7}"/>
          </ac:picMkLst>
        </pc:picChg>
        <pc:picChg chg="add mod">
          <ac:chgData name="Guest User" userId="" providerId="Windows Live" clId="Web-{C570BBBF-61AD-6836-DA2B-E5DB29A2208C}" dt="2026-04-21T12:23:06.717" v="117" actId="14100"/>
          <ac:picMkLst>
            <pc:docMk/>
            <pc:sldMk cId="4048111795" sldId="342"/>
            <ac:picMk id="21" creationId="{22DE4B1F-2819-36EF-0C63-EC4AF35AA471}"/>
          </ac:picMkLst>
        </pc:picChg>
        <pc:picChg chg="add mod">
          <ac:chgData name="Guest User" userId="" providerId="Windows Live" clId="Web-{C570BBBF-61AD-6836-DA2B-E5DB29A2208C}" dt="2026-04-21T12:23:22.686" v="124" actId="14100"/>
          <ac:picMkLst>
            <pc:docMk/>
            <pc:sldMk cId="4048111795" sldId="342"/>
            <ac:picMk id="22" creationId="{C5C8FA51-5B07-C783-0025-E1372DAD7173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A81E6F-6908-4177-ADDD-A3E893B7813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176041F6-CF0E-4D64-9B02-64B6CFFD2FB1}">
      <dgm:prSet/>
      <dgm:spPr/>
      <dgm:t>
        <a:bodyPr/>
        <a:lstStyle/>
        <a:p>
          <a:r>
            <a:rPr lang="en-US" b="0" i="0" baseline="0"/>
            <a:t>Jan: Very high PM₂.₅ — peak winter pollution</a:t>
          </a:r>
          <a:endParaRPr lang="en-IN"/>
        </a:p>
      </dgm:t>
    </dgm:pt>
    <dgm:pt modelId="{1F579D19-7A8D-459E-97CC-E94EBDA134D9}" type="parTrans" cxnId="{143A0343-4695-4204-B2D7-51B29DDB6FB7}">
      <dgm:prSet/>
      <dgm:spPr/>
      <dgm:t>
        <a:bodyPr/>
        <a:lstStyle/>
        <a:p>
          <a:endParaRPr lang="en-IN"/>
        </a:p>
      </dgm:t>
    </dgm:pt>
    <dgm:pt modelId="{0EDB751E-710B-4355-BB85-01CAFD53216F}" type="sibTrans" cxnId="{143A0343-4695-4204-B2D7-51B29DDB6FB7}">
      <dgm:prSet/>
      <dgm:spPr/>
      <dgm:t>
        <a:bodyPr/>
        <a:lstStyle/>
        <a:p>
          <a:endParaRPr lang="en-IN"/>
        </a:p>
      </dgm:t>
    </dgm:pt>
    <dgm:pt modelId="{39A586C7-CE7B-4A5C-8B5E-0EB9013B9246}">
      <dgm:prSet/>
      <dgm:spPr/>
      <dgm:t>
        <a:bodyPr/>
        <a:lstStyle/>
        <a:p>
          <a:r>
            <a:rPr lang="en-US" b="0" i="0" baseline="0"/>
            <a:t>Feb–Mar: Declining PM₂.₅ — improved ventilation</a:t>
          </a:r>
          <a:endParaRPr lang="en-IN"/>
        </a:p>
      </dgm:t>
    </dgm:pt>
    <dgm:pt modelId="{5A686821-B5AD-428C-A8A0-669AA2ACE383}" type="parTrans" cxnId="{7D210908-8310-4DC7-B725-B1097BCAADA8}">
      <dgm:prSet/>
      <dgm:spPr/>
      <dgm:t>
        <a:bodyPr/>
        <a:lstStyle/>
        <a:p>
          <a:endParaRPr lang="en-IN"/>
        </a:p>
      </dgm:t>
    </dgm:pt>
    <dgm:pt modelId="{9876F0B3-C5A1-4E5B-AD3A-96448AFAE691}" type="sibTrans" cxnId="{7D210908-8310-4DC7-B725-B1097BCAADA8}">
      <dgm:prSet/>
      <dgm:spPr/>
      <dgm:t>
        <a:bodyPr/>
        <a:lstStyle/>
        <a:p>
          <a:endParaRPr lang="en-IN"/>
        </a:p>
      </dgm:t>
    </dgm:pt>
    <dgm:pt modelId="{E7590FD0-9927-4750-8918-B9C0ED99C03B}">
      <dgm:prSet/>
      <dgm:spPr/>
      <dgm:t>
        <a:bodyPr/>
        <a:lstStyle/>
        <a:p>
          <a:r>
            <a:rPr lang="en-US" b="0" i="0" baseline="0"/>
            <a:t>Apr–May: Moderate PM₂.₅ — dust and enhanced mixing</a:t>
          </a:r>
          <a:endParaRPr lang="en-IN"/>
        </a:p>
      </dgm:t>
    </dgm:pt>
    <dgm:pt modelId="{B048B68D-0965-4983-A71E-15C0189AE087}" type="parTrans" cxnId="{1A415EA4-EEA8-4056-A608-690416AB24ED}">
      <dgm:prSet/>
      <dgm:spPr/>
      <dgm:t>
        <a:bodyPr/>
        <a:lstStyle/>
        <a:p>
          <a:endParaRPr lang="en-IN"/>
        </a:p>
      </dgm:t>
    </dgm:pt>
    <dgm:pt modelId="{A248A317-D3C4-4815-B9E2-1B692E33C17C}" type="sibTrans" cxnId="{1A415EA4-EEA8-4056-A608-690416AB24ED}">
      <dgm:prSet/>
      <dgm:spPr/>
      <dgm:t>
        <a:bodyPr/>
        <a:lstStyle/>
        <a:p>
          <a:endParaRPr lang="en-IN"/>
        </a:p>
      </dgm:t>
    </dgm:pt>
    <dgm:pt modelId="{71E5AEBA-07A8-4F50-BC1A-D1FD73E0401F}">
      <dgm:prSet/>
      <dgm:spPr/>
      <dgm:t>
        <a:bodyPr/>
        <a:lstStyle/>
        <a:p>
          <a:r>
            <a:rPr lang="en-US" b="0" i="0" baseline="0"/>
            <a:t>Jun: Drop in PM₂.₅ — onset of pre-monsoon rainfall</a:t>
          </a:r>
          <a:endParaRPr lang="en-IN"/>
        </a:p>
      </dgm:t>
    </dgm:pt>
    <dgm:pt modelId="{B6E3B5C5-3056-4F82-8D5F-F5301BE1452E}" type="parTrans" cxnId="{CAD03A08-FCB9-4A3E-9CF7-514D97D0D5A4}">
      <dgm:prSet/>
      <dgm:spPr/>
      <dgm:t>
        <a:bodyPr/>
        <a:lstStyle/>
        <a:p>
          <a:endParaRPr lang="en-IN"/>
        </a:p>
      </dgm:t>
    </dgm:pt>
    <dgm:pt modelId="{6CB0DF84-F66B-49E7-9F21-DADC76632EA4}" type="sibTrans" cxnId="{CAD03A08-FCB9-4A3E-9CF7-514D97D0D5A4}">
      <dgm:prSet/>
      <dgm:spPr/>
      <dgm:t>
        <a:bodyPr/>
        <a:lstStyle/>
        <a:p>
          <a:endParaRPr lang="en-IN"/>
        </a:p>
      </dgm:t>
    </dgm:pt>
    <dgm:pt modelId="{CFA67354-7066-47FD-9840-0F476A6E2364}">
      <dgm:prSet/>
      <dgm:spPr/>
      <dgm:t>
        <a:bodyPr/>
        <a:lstStyle/>
        <a:p>
          <a:r>
            <a:rPr lang="en-US" b="0" i="0" baseline="0"/>
            <a:t>Jul–Aug: Lowest PM₂.₅ — monsoon washout</a:t>
          </a:r>
          <a:endParaRPr lang="en-IN"/>
        </a:p>
      </dgm:t>
    </dgm:pt>
    <dgm:pt modelId="{09888B2D-A32F-43E6-8170-1E7839B5A21E}" type="parTrans" cxnId="{F3A0DBE8-83D4-45D8-B7AD-28E5FE54174C}">
      <dgm:prSet/>
      <dgm:spPr/>
      <dgm:t>
        <a:bodyPr/>
        <a:lstStyle/>
        <a:p>
          <a:endParaRPr lang="en-IN"/>
        </a:p>
      </dgm:t>
    </dgm:pt>
    <dgm:pt modelId="{3C745197-FE82-4D53-898E-DE750BBCCEC0}" type="sibTrans" cxnId="{F3A0DBE8-83D4-45D8-B7AD-28E5FE54174C}">
      <dgm:prSet/>
      <dgm:spPr/>
      <dgm:t>
        <a:bodyPr/>
        <a:lstStyle/>
        <a:p>
          <a:endParaRPr lang="en-IN"/>
        </a:p>
      </dgm:t>
    </dgm:pt>
    <dgm:pt modelId="{3D0DB1DD-2AC6-4F7F-8072-F4F4DA7E59A4}">
      <dgm:prSet/>
      <dgm:spPr/>
      <dgm:t>
        <a:bodyPr/>
        <a:lstStyle/>
        <a:p>
          <a:r>
            <a:rPr lang="en-US" b="0" i="0" baseline="0"/>
            <a:t>Sep: Slight increase — monsoon withdrawal</a:t>
          </a:r>
          <a:endParaRPr lang="en-IN"/>
        </a:p>
      </dgm:t>
    </dgm:pt>
    <dgm:pt modelId="{545432E6-CEBF-4434-A795-09868CCB7CB9}" type="parTrans" cxnId="{E55F98CD-5826-467F-9EE5-E132D5844FE0}">
      <dgm:prSet/>
      <dgm:spPr/>
      <dgm:t>
        <a:bodyPr/>
        <a:lstStyle/>
        <a:p>
          <a:endParaRPr lang="en-IN"/>
        </a:p>
      </dgm:t>
    </dgm:pt>
    <dgm:pt modelId="{D81C71FA-A85C-4256-868F-31BCED087A1A}" type="sibTrans" cxnId="{E55F98CD-5826-467F-9EE5-E132D5844FE0}">
      <dgm:prSet/>
      <dgm:spPr/>
      <dgm:t>
        <a:bodyPr/>
        <a:lstStyle/>
        <a:p>
          <a:endParaRPr lang="en-IN"/>
        </a:p>
      </dgm:t>
    </dgm:pt>
    <dgm:pt modelId="{259CF7C9-946E-45F2-824E-0E7DEF5C6C61}">
      <dgm:prSet/>
      <dgm:spPr/>
      <dgm:t>
        <a:bodyPr/>
        <a:lstStyle/>
        <a:p>
          <a:r>
            <a:rPr lang="en-US" b="0" i="0" baseline="0"/>
            <a:t>Oct: Sharp rise — post-monsoon onset</a:t>
          </a:r>
          <a:endParaRPr lang="en-IN"/>
        </a:p>
      </dgm:t>
    </dgm:pt>
    <dgm:pt modelId="{CDC74D44-BDE5-4362-83DD-00EB365EE36A}" type="parTrans" cxnId="{C9BC471C-0C67-43B4-94FA-FFA50FF1CE15}">
      <dgm:prSet/>
      <dgm:spPr/>
      <dgm:t>
        <a:bodyPr/>
        <a:lstStyle/>
        <a:p>
          <a:endParaRPr lang="en-IN"/>
        </a:p>
      </dgm:t>
    </dgm:pt>
    <dgm:pt modelId="{202D512F-0860-4634-9170-483E4EAFB7B9}" type="sibTrans" cxnId="{C9BC471C-0C67-43B4-94FA-FFA50FF1CE15}">
      <dgm:prSet/>
      <dgm:spPr/>
      <dgm:t>
        <a:bodyPr/>
        <a:lstStyle/>
        <a:p>
          <a:endParaRPr lang="en-IN"/>
        </a:p>
      </dgm:t>
    </dgm:pt>
    <dgm:pt modelId="{90F344CC-5309-4798-8F67-1848392A7574}">
      <dgm:prSet/>
      <dgm:spPr/>
      <dgm:t>
        <a:bodyPr/>
        <a:lstStyle/>
        <a:p>
          <a:r>
            <a:rPr lang="en-US" b="0" i="0" baseline="0"/>
            <a:t>Nov: Maximum PM₂.₅ — stubble burning and stagnation</a:t>
          </a:r>
          <a:endParaRPr lang="en-IN"/>
        </a:p>
      </dgm:t>
    </dgm:pt>
    <dgm:pt modelId="{1145E4C3-113F-4088-A171-B9C012389A6B}" type="parTrans" cxnId="{325DD91B-884D-4EF4-BCBF-A32ECD936114}">
      <dgm:prSet/>
      <dgm:spPr/>
      <dgm:t>
        <a:bodyPr/>
        <a:lstStyle/>
        <a:p>
          <a:endParaRPr lang="en-IN"/>
        </a:p>
      </dgm:t>
    </dgm:pt>
    <dgm:pt modelId="{7C6D9B7E-783A-4398-9C76-8A53C0ABCFD5}" type="sibTrans" cxnId="{325DD91B-884D-4EF4-BCBF-A32ECD936114}">
      <dgm:prSet/>
      <dgm:spPr/>
      <dgm:t>
        <a:bodyPr/>
        <a:lstStyle/>
        <a:p>
          <a:endParaRPr lang="en-IN"/>
        </a:p>
      </dgm:t>
    </dgm:pt>
    <dgm:pt modelId="{AB2F492B-C1A0-46BD-9ABC-E7C66C93DE4D}">
      <dgm:prSet/>
      <dgm:spPr/>
      <dgm:t>
        <a:bodyPr/>
        <a:lstStyle/>
        <a:p>
          <a:r>
            <a:rPr lang="en-US" b="0" i="0" baseline="0"/>
            <a:t>Dec: Very high PM₂.₅ — winter buildup</a:t>
          </a:r>
          <a:endParaRPr lang="en-IN"/>
        </a:p>
      </dgm:t>
    </dgm:pt>
    <dgm:pt modelId="{51986621-F0B4-4AE9-8182-2FF2E309DE13}" type="parTrans" cxnId="{C12C3FC0-347B-4931-9FEA-92E90BF85A62}">
      <dgm:prSet/>
      <dgm:spPr/>
      <dgm:t>
        <a:bodyPr/>
        <a:lstStyle/>
        <a:p>
          <a:endParaRPr lang="en-IN"/>
        </a:p>
      </dgm:t>
    </dgm:pt>
    <dgm:pt modelId="{B9327DEC-1328-422A-93DB-85E3B78D3997}" type="sibTrans" cxnId="{C12C3FC0-347B-4931-9FEA-92E90BF85A62}">
      <dgm:prSet/>
      <dgm:spPr/>
      <dgm:t>
        <a:bodyPr/>
        <a:lstStyle/>
        <a:p>
          <a:endParaRPr lang="en-IN"/>
        </a:p>
      </dgm:t>
    </dgm:pt>
    <dgm:pt modelId="{19F26E16-3966-4F15-B033-0A769D543AA1}" type="pres">
      <dgm:prSet presAssocID="{56A81E6F-6908-4177-ADDD-A3E893B78138}" presName="linear" presStyleCnt="0">
        <dgm:presLayoutVars>
          <dgm:animLvl val="lvl"/>
          <dgm:resizeHandles val="exact"/>
        </dgm:presLayoutVars>
      </dgm:prSet>
      <dgm:spPr/>
    </dgm:pt>
    <dgm:pt modelId="{F390BB6D-C426-492B-97B1-7791DE1AFEF2}" type="pres">
      <dgm:prSet presAssocID="{176041F6-CF0E-4D64-9B02-64B6CFFD2FB1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AB37B990-C4CF-4652-818B-2F3EE09BE3BC}" type="pres">
      <dgm:prSet presAssocID="{0EDB751E-710B-4355-BB85-01CAFD53216F}" presName="spacer" presStyleCnt="0"/>
      <dgm:spPr/>
    </dgm:pt>
    <dgm:pt modelId="{7D31C02D-D240-4F11-A1BB-B944B4B46B41}" type="pres">
      <dgm:prSet presAssocID="{39A586C7-CE7B-4A5C-8B5E-0EB9013B9246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028611EE-9B69-4046-AAA4-BDA660E8E410}" type="pres">
      <dgm:prSet presAssocID="{9876F0B3-C5A1-4E5B-AD3A-96448AFAE691}" presName="spacer" presStyleCnt="0"/>
      <dgm:spPr/>
    </dgm:pt>
    <dgm:pt modelId="{1CE27993-DE81-4EEA-B54B-CE41AEC38DAF}" type="pres">
      <dgm:prSet presAssocID="{E7590FD0-9927-4750-8918-B9C0ED99C03B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342152A2-7445-4231-938F-06E870E6DA32}" type="pres">
      <dgm:prSet presAssocID="{A248A317-D3C4-4815-B9E2-1B692E33C17C}" presName="spacer" presStyleCnt="0"/>
      <dgm:spPr/>
    </dgm:pt>
    <dgm:pt modelId="{88EBD7A2-DC86-4BB9-98B2-C4B800B745CA}" type="pres">
      <dgm:prSet presAssocID="{71E5AEBA-07A8-4F50-BC1A-D1FD73E0401F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9BDFC0DF-8AA6-45AF-BCBF-B1DA7D20BD51}" type="pres">
      <dgm:prSet presAssocID="{6CB0DF84-F66B-49E7-9F21-DADC76632EA4}" presName="spacer" presStyleCnt="0"/>
      <dgm:spPr/>
    </dgm:pt>
    <dgm:pt modelId="{F9F9D557-F327-438D-9364-1FD85978B336}" type="pres">
      <dgm:prSet presAssocID="{CFA67354-7066-47FD-9840-0F476A6E2364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E99373A2-F93A-451A-ACFC-BE212FD80F5C}" type="pres">
      <dgm:prSet presAssocID="{3C745197-FE82-4D53-898E-DE750BBCCEC0}" presName="spacer" presStyleCnt="0"/>
      <dgm:spPr/>
    </dgm:pt>
    <dgm:pt modelId="{4B4DBEC1-F5D5-489C-91CE-5ECDEBC28FCE}" type="pres">
      <dgm:prSet presAssocID="{3D0DB1DD-2AC6-4F7F-8072-F4F4DA7E59A4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0CBD6774-A036-4175-BC01-F8C5E1225F97}" type="pres">
      <dgm:prSet presAssocID="{D81C71FA-A85C-4256-868F-31BCED087A1A}" presName="spacer" presStyleCnt="0"/>
      <dgm:spPr/>
    </dgm:pt>
    <dgm:pt modelId="{B1993D0C-8804-4330-9D46-C6F7FDAC6799}" type="pres">
      <dgm:prSet presAssocID="{259CF7C9-946E-45F2-824E-0E7DEF5C6C61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AC56178D-DD89-4863-9F38-1A4A2A856164}" type="pres">
      <dgm:prSet presAssocID="{202D512F-0860-4634-9170-483E4EAFB7B9}" presName="spacer" presStyleCnt="0"/>
      <dgm:spPr/>
    </dgm:pt>
    <dgm:pt modelId="{FEE86F93-03E5-4A1C-AD90-C90150924963}" type="pres">
      <dgm:prSet presAssocID="{90F344CC-5309-4798-8F67-1848392A7574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8FAEA3FB-D967-4F56-9517-9571BD0AC8D7}" type="pres">
      <dgm:prSet presAssocID="{7C6D9B7E-783A-4398-9C76-8A53C0ABCFD5}" presName="spacer" presStyleCnt="0"/>
      <dgm:spPr/>
    </dgm:pt>
    <dgm:pt modelId="{75C330AF-4FFB-4612-973F-B7C23C3F4302}" type="pres">
      <dgm:prSet presAssocID="{AB2F492B-C1A0-46BD-9ABC-E7C66C93DE4D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66A04704-F3E8-4C33-9433-33CD6014DFD1}" type="presOf" srcId="{56A81E6F-6908-4177-ADDD-A3E893B78138}" destId="{19F26E16-3966-4F15-B033-0A769D543AA1}" srcOrd="0" destOrd="0" presId="urn:microsoft.com/office/officeart/2005/8/layout/vList2"/>
    <dgm:cxn modelId="{7D210908-8310-4DC7-B725-B1097BCAADA8}" srcId="{56A81E6F-6908-4177-ADDD-A3E893B78138}" destId="{39A586C7-CE7B-4A5C-8B5E-0EB9013B9246}" srcOrd="1" destOrd="0" parTransId="{5A686821-B5AD-428C-A8A0-669AA2ACE383}" sibTransId="{9876F0B3-C5A1-4E5B-AD3A-96448AFAE691}"/>
    <dgm:cxn modelId="{CAD03A08-FCB9-4A3E-9CF7-514D97D0D5A4}" srcId="{56A81E6F-6908-4177-ADDD-A3E893B78138}" destId="{71E5AEBA-07A8-4F50-BC1A-D1FD73E0401F}" srcOrd="3" destOrd="0" parTransId="{B6E3B5C5-3056-4F82-8D5F-F5301BE1452E}" sibTransId="{6CB0DF84-F66B-49E7-9F21-DADC76632EA4}"/>
    <dgm:cxn modelId="{F29BF617-1CBD-40B1-8A42-1067A56D9F36}" type="presOf" srcId="{E7590FD0-9927-4750-8918-B9C0ED99C03B}" destId="{1CE27993-DE81-4EEA-B54B-CE41AEC38DAF}" srcOrd="0" destOrd="0" presId="urn:microsoft.com/office/officeart/2005/8/layout/vList2"/>
    <dgm:cxn modelId="{325DD91B-884D-4EF4-BCBF-A32ECD936114}" srcId="{56A81E6F-6908-4177-ADDD-A3E893B78138}" destId="{90F344CC-5309-4798-8F67-1848392A7574}" srcOrd="7" destOrd="0" parTransId="{1145E4C3-113F-4088-A171-B9C012389A6B}" sibTransId="{7C6D9B7E-783A-4398-9C76-8A53C0ABCFD5}"/>
    <dgm:cxn modelId="{C9BC471C-0C67-43B4-94FA-FFA50FF1CE15}" srcId="{56A81E6F-6908-4177-ADDD-A3E893B78138}" destId="{259CF7C9-946E-45F2-824E-0E7DEF5C6C61}" srcOrd="6" destOrd="0" parTransId="{CDC74D44-BDE5-4362-83DD-00EB365EE36A}" sibTransId="{202D512F-0860-4634-9170-483E4EAFB7B9}"/>
    <dgm:cxn modelId="{7386DE2D-BD35-498D-9748-AFA694E1725E}" type="presOf" srcId="{176041F6-CF0E-4D64-9B02-64B6CFFD2FB1}" destId="{F390BB6D-C426-492B-97B1-7791DE1AFEF2}" srcOrd="0" destOrd="0" presId="urn:microsoft.com/office/officeart/2005/8/layout/vList2"/>
    <dgm:cxn modelId="{6BB1C162-9454-4FF1-9517-7E8C7170C814}" type="presOf" srcId="{39A586C7-CE7B-4A5C-8B5E-0EB9013B9246}" destId="{7D31C02D-D240-4F11-A1BB-B944B4B46B41}" srcOrd="0" destOrd="0" presId="urn:microsoft.com/office/officeart/2005/8/layout/vList2"/>
    <dgm:cxn modelId="{143A0343-4695-4204-B2D7-51B29DDB6FB7}" srcId="{56A81E6F-6908-4177-ADDD-A3E893B78138}" destId="{176041F6-CF0E-4D64-9B02-64B6CFFD2FB1}" srcOrd="0" destOrd="0" parTransId="{1F579D19-7A8D-459E-97CC-E94EBDA134D9}" sibTransId="{0EDB751E-710B-4355-BB85-01CAFD53216F}"/>
    <dgm:cxn modelId="{8FBA2548-DF34-42DF-A0D1-4419BB406B0B}" type="presOf" srcId="{CFA67354-7066-47FD-9840-0F476A6E2364}" destId="{F9F9D557-F327-438D-9364-1FD85978B336}" srcOrd="0" destOrd="0" presId="urn:microsoft.com/office/officeart/2005/8/layout/vList2"/>
    <dgm:cxn modelId="{CEF35D7C-5241-47FF-A8CA-BF8454F0D827}" type="presOf" srcId="{3D0DB1DD-2AC6-4F7F-8072-F4F4DA7E59A4}" destId="{4B4DBEC1-F5D5-489C-91CE-5ECDEBC28FCE}" srcOrd="0" destOrd="0" presId="urn:microsoft.com/office/officeart/2005/8/layout/vList2"/>
    <dgm:cxn modelId="{FE3C4B93-B2DD-47A0-B0E7-CC0DE742F617}" type="presOf" srcId="{259CF7C9-946E-45F2-824E-0E7DEF5C6C61}" destId="{B1993D0C-8804-4330-9D46-C6F7FDAC6799}" srcOrd="0" destOrd="0" presId="urn:microsoft.com/office/officeart/2005/8/layout/vList2"/>
    <dgm:cxn modelId="{1A415EA4-EEA8-4056-A608-690416AB24ED}" srcId="{56A81E6F-6908-4177-ADDD-A3E893B78138}" destId="{E7590FD0-9927-4750-8918-B9C0ED99C03B}" srcOrd="2" destOrd="0" parTransId="{B048B68D-0965-4983-A71E-15C0189AE087}" sibTransId="{A248A317-D3C4-4815-B9E2-1B692E33C17C}"/>
    <dgm:cxn modelId="{5EAF7DA4-6176-4FB6-9BD6-4BC5C00A436A}" type="presOf" srcId="{AB2F492B-C1A0-46BD-9ABC-E7C66C93DE4D}" destId="{75C330AF-4FFB-4612-973F-B7C23C3F4302}" srcOrd="0" destOrd="0" presId="urn:microsoft.com/office/officeart/2005/8/layout/vList2"/>
    <dgm:cxn modelId="{C12C3FC0-347B-4931-9FEA-92E90BF85A62}" srcId="{56A81E6F-6908-4177-ADDD-A3E893B78138}" destId="{AB2F492B-C1A0-46BD-9ABC-E7C66C93DE4D}" srcOrd="8" destOrd="0" parTransId="{51986621-F0B4-4AE9-8182-2FF2E309DE13}" sibTransId="{B9327DEC-1328-422A-93DB-85E3B78D3997}"/>
    <dgm:cxn modelId="{E55F98CD-5826-467F-9EE5-E132D5844FE0}" srcId="{56A81E6F-6908-4177-ADDD-A3E893B78138}" destId="{3D0DB1DD-2AC6-4F7F-8072-F4F4DA7E59A4}" srcOrd="5" destOrd="0" parTransId="{545432E6-CEBF-4434-A795-09868CCB7CB9}" sibTransId="{D81C71FA-A85C-4256-868F-31BCED087A1A}"/>
    <dgm:cxn modelId="{E5699ED7-FC0A-4EFB-8E2D-A0603E9DB022}" type="presOf" srcId="{90F344CC-5309-4798-8F67-1848392A7574}" destId="{FEE86F93-03E5-4A1C-AD90-C90150924963}" srcOrd="0" destOrd="0" presId="urn:microsoft.com/office/officeart/2005/8/layout/vList2"/>
    <dgm:cxn modelId="{F3A0DBE8-83D4-45D8-B7AD-28E5FE54174C}" srcId="{56A81E6F-6908-4177-ADDD-A3E893B78138}" destId="{CFA67354-7066-47FD-9840-0F476A6E2364}" srcOrd="4" destOrd="0" parTransId="{09888B2D-A32F-43E6-8170-1E7839B5A21E}" sibTransId="{3C745197-FE82-4D53-898E-DE750BBCCEC0}"/>
    <dgm:cxn modelId="{316DF3FB-CFC8-4768-BA6D-27235A7D4BD5}" type="presOf" srcId="{71E5AEBA-07A8-4F50-BC1A-D1FD73E0401F}" destId="{88EBD7A2-DC86-4BB9-98B2-C4B800B745CA}" srcOrd="0" destOrd="0" presId="urn:microsoft.com/office/officeart/2005/8/layout/vList2"/>
    <dgm:cxn modelId="{29CC4FBB-DAF6-42F8-91A3-AD264FC42785}" type="presParOf" srcId="{19F26E16-3966-4F15-B033-0A769D543AA1}" destId="{F390BB6D-C426-492B-97B1-7791DE1AFEF2}" srcOrd="0" destOrd="0" presId="urn:microsoft.com/office/officeart/2005/8/layout/vList2"/>
    <dgm:cxn modelId="{ACE9A1E5-FC83-40AC-89B3-12EA46610DBB}" type="presParOf" srcId="{19F26E16-3966-4F15-B033-0A769D543AA1}" destId="{AB37B990-C4CF-4652-818B-2F3EE09BE3BC}" srcOrd="1" destOrd="0" presId="urn:microsoft.com/office/officeart/2005/8/layout/vList2"/>
    <dgm:cxn modelId="{8E828E9C-2461-49BE-B099-5CAD95BC6B02}" type="presParOf" srcId="{19F26E16-3966-4F15-B033-0A769D543AA1}" destId="{7D31C02D-D240-4F11-A1BB-B944B4B46B41}" srcOrd="2" destOrd="0" presId="urn:microsoft.com/office/officeart/2005/8/layout/vList2"/>
    <dgm:cxn modelId="{4FA6A517-C9C3-4C86-85CE-EC6EF85C73C2}" type="presParOf" srcId="{19F26E16-3966-4F15-B033-0A769D543AA1}" destId="{028611EE-9B69-4046-AAA4-BDA660E8E410}" srcOrd="3" destOrd="0" presId="urn:microsoft.com/office/officeart/2005/8/layout/vList2"/>
    <dgm:cxn modelId="{DC259E43-F01E-4442-A66F-095B5E00455A}" type="presParOf" srcId="{19F26E16-3966-4F15-B033-0A769D543AA1}" destId="{1CE27993-DE81-4EEA-B54B-CE41AEC38DAF}" srcOrd="4" destOrd="0" presId="urn:microsoft.com/office/officeart/2005/8/layout/vList2"/>
    <dgm:cxn modelId="{1C37576F-3588-4C91-8035-0CB8450E4EDF}" type="presParOf" srcId="{19F26E16-3966-4F15-B033-0A769D543AA1}" destId="{342152A2-7445-4231-938F-06E870E6DA32}" srcOrd="5" destOrd="0" presId="urn:microsoft.com/office/officeart/2005/8/layout/vList2"/>
    <dgm:cxn modelId="{8F2E450E-6FA7-4AD0-8F34-03B20EDECE89}" type="presParOf" srcId="{19F26E16-3966-4F15-B033-0A769D543AA1}" destId="{88EBD7A2-DC86-4BB9-98B2-C4B800B745CA}" srcOrd="6" destOrd="0" presId="urn:microsoft.com/office/officeart/2005/8/layout/vList2"/>
    <dgm:cxn modelId="{D47443BC-144A-4D6E-AADB-C1529900B01E}" type="presParOf" srcId="{19F26E16-3966-4F15-B033-0A769D543AA1}" destId="{9BDFC0DF-8AA6-45AF-BCBF-B1DA7D20BD51}" srcOrd="7" destOrd="0" presId="urn:microsoft.com/office/officeart/2005/8/layout/vList2"/>
    <dgm:cxn modelId="{638714F7-D462-4F9C-AE1D-DA5363192518}" type="presParOf" srcId="{19F26E16-3966-4F15-B033-0A769D543AA1}" destId="{F9F9D557-F327-438D-9364-1FD85978B336}" srcOrd="8" destOrd="0" presId="urn:microsoft.com/office/officeart/2005/8/layout/vList2"/>
    <dgm:cxn modelId="{01CE66D3-ECE1-463B-A605-9D1A967F3A4E}" type="presParOf" srcId="{19F26E16-3966-4F15-B033-0A769D543AA1}" destId="{E99373A2-F93A-451A-ACFC-BE212FD80F5C}" srcOrd="9" destOrd="0" presId="urn:microsoft.com/office/officeart/2005/8/layout/vList2"/>
    <dgm:cxn modelId="{B0FDFF6D-42F4-4277-8994-23A33472BDEE}" type="presParOf" srcId="{19F26E16-3966-4F15-B033-0A769D543AA1}" destId="{4B4DBEC1-F5D5-489C-91CE-5ECDEBC28FCE}" srcOrd="10" destOrd="0" presId="urn:microsoft.com/office/officeart/2005/8/layout/vList2"/>
    <dgm:cxn modelId="{9C5C4CD5-E20C-4141-9270-E991850C056B}" type="presParOf" srcId="{19F26E16-3966-4F15-B033-0A769D543AA1}" destId="{0CBD6774-A036-4175-BC01-F8C5E1225F97}" srcOrd="11" destOrd="0" presId="urn:microsoft.com/office/officeart/2005/8/layout/vList2"/>
    <dgm:cxn modelId="{88F08F86-28DD-42E5-B4E6-C6FD0AB7F73C}" type="presParOf" srcId="{19F26E16-3966-4F15-B033-0A769D543AA1}" destId="{B1993D0C-8804-4330-9D46-C6F7FDAC6799}" srcOrd="12" destOrd="0" presId="urn:microsoft.com/office/officeart/2005/8/layout/vList2"/>
    <dgm:cxn modelId="{3594BAE1-FD2F-4517-A2D9-884BC6B774A3}" type="presParOf" srcId="{19F26E16-3966-4F15-B033-0A769D543AA1}" destId="{AC56178D-DD89-4863-9F38-1A4A2A856164}" srcOrd="13" destOrd="0" presId="urn:microsoft.com/office/officeart/2005/8/layout/vList2"/>
    <dgm:cxn modelId="{83EEFE6C-E367-4435-B4BB-A0D58CBC2327}" type="presParOf" srcId="{19F26E16-3966-4F15-B033-0A769D543AA1}" destId="{FEE86F93-03E5-4A1C-AD90-C90150924963}" srcOrd="14" destOrd="0" presId="urn:microsoft.com/office/officeart/2005/8/layout/vList2"/>
    <dgm:cxn modelId="{B20A8AAF-2907-418A-B6F9-8F228356E8DF}" type="presParOf" srcId="{19F26E16-3966-4F15-B033-0A769D543AA1}" destId="{8FAEA3FB-D967-4F56-9517-9571BD0AC8D7}" srcOrd="15" destOrd="0" presId="urn:microsoft.com/office/officeart/2005/8/layout/vList2"/>
    <dgm:cxn modelId="{BFE93A8C-F9D5-49B7-B655-FD470FFA2CE3}" type="presParOf" srcId="{19F26E16-3966-4F15-B033-0A769D543AA1}" destId="{75C330AF-4FFB-4612-973F-B7C23C3F4302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0BB6D-C426-492B-97B1-7791DE1AFEF2}">
      <dsp:nvSpPr>
        <dsp:cNvPr id="0" name=""/>
        <dsp:cNvSpPr/>
      </dsp:nvSpPr>
      <dsp:spPr>
        <a:xfrm>
          <a:off x="0" y="97023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Jan: Very high PM₂.₅ — peak winter pollution</a:t>
          </a:r>
          <a:endParaRPr lang="en-IN" sz="1500" kern="1200"/>
        </a:p>
      </dsp:txBody>
      <dsp:txXfrm>
        <a:off x="17563" y="114586"/>
        <a:ext cx="8880274" cy="324648"/>
      </dsp:txXfrm>
    </dsp:sp>
    <dsp:sp modelId="{7D31C02D-D240-4F11-A1BB-B944B4B46B41}">
      <dsp:nvSpPr>
        <dsp:cNvPr id="0" name=""/>
        <dsp:cNvSpPr/>
      </dsp:nvSpPr>
      <dsp:spPr>
        <a:xfrm>
          <a:off x="0" y="499998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Feb–Mar: Declining PM₂.₅ — improved ventilation</a:t>
          </a:r>
          <a:endParaRPr lang="en-IN" sz="1500" kern="1200"/>
        </a:p>
      </dsp:txBody>
      <dsp:txXfrm>
        <a:off x="17563" y="517561"/>
        <a:ext cx="8880274" cy="324648"/>
      </dsp:txXfrm>
    </dsp:sp>
    <dsp:sp modelId="{1CE27993-DE81-4EEA-B54B-CE41AEC38DAF}">
      <dsp:nvSpPr>
        <dsp:cNvPr id="0" name=""/>
        <dsp:cNvSpPr/>
      </dsp:nvSpPr>
      <dsp:spPr>
        <a:xfrm>
          <a:off x="0" y="902973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Apr–May: Moderate PM₂.₅ — dust and enhanced mixing</a:t>
          </a:r>
          <a:endParaRPr lang="en-IN" sz="1500" kern="1200"/>
        </a:p>
      </dsp:txBody>
      <dsp:txXfrm>
        <a:off x="17563" y="920536"/>
        <a:ext cx="8880274" cy="324648"/>
      </dsp:txXfrm>
    </dsp:sp>
    <dsp:sp modelId="{88EBD7A2-DC86-4BB9-98B2-C4B800B745CA}">
      <dsp:nvSpPr>
        <dsp:cNvPr id="0" name=""/>
        <dsp:cNvSpPr/>
      </dsp:nvSpPr>
      <dsp:spPr>
        <a:xfrm>
          <a:off x="0" y="1305948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Jun: Drop in PM₂.₅ — onset of pre-monsoon rainfall</a:t>
          </a:r>
          <a:endParaRPr lang="en-IN" sz="1500" kern="1200"/>
        </a:p>
      </dsp:txBody>
      <dsp:txXfrm>
        <a:off x="17563" y="1323511"/>
        <a:ext cx="8880274" cy="324648"/>
      </dsp:txXfrm>
    </dsp:sp>
    <dsp:sp modelId="{F9F9D557-F327-438D-9364-1FD85978B336}">
      <dsp:nvSpPr>
        <dsp:cNvPr id="0" name=""/>
        <dsp:cNvSpPr/>
      </dsp:nvSpPr>
      <dsp:spPr>
        <a:xfrm>
          <a:off x="0" y="1708923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Jul–Aug: Lowest PM₂.₅ — monsoon washout</a:t>
          </a:r>
          <a:endParaRPr lang="en-IN" sz="1500" kern="1200"/>
        </a:p>
      </dsp:txBody>
      <dsp:txXfrm>
        <a:off x="17563" y="1726486"/>
        <a:ext cx="8880274" cy="324648"/>
      </dsp:txXfrm>
    </dsp:sp>
    <dsp:sp modelId="{4B4DBEC1-F5D5-489C-91CE-5ECDEBC28FCE}">
      <dsp:nvSpPr>
        <dsp:cNvPr id="0" name=""/>
        <dsp:cNvSpPr/>
      </dsp:nvSpPr>
      <dsp:spPr>
        <a:xfrm>
          <a:off x="0" y="2111898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Sep: Slight increase — monsoon withdrawal</a:t>
          </a:r>
          <a:endParaRPr lang="en-IN" sz="1500" kern="1200"/>
        </a:p>
      </dsp:txBody>
      <dsp:txXfrm>
        <a:off x="17563" y="2129461"/>
        <a:ext cx="8880274" cy="324648"/>
      </dsp:txXfrm>
    </dsp:sp>
    <dsp:sp modelId="{B1993D0C-8804-4330-9D46-C6F7FDAC6799}">
      <dsp:nvSpPr>
        <dsp:cNvPr id="0" name=""/>
        <dsp:cNvSpPr/>
      </dsp:nvSpPr>
      <dsp:spPr>
        <a:xfrm>
          <a:off x="0" y="2514873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Oct: Sharp rise — post-monsoon onset</a:t>
          </a:r>
          <a:endParaRPr lang="en-IN" sz="1500" kern="1200"/>
        </a:p>
      </dsp:txBody>
      <dsp:txXfrm>
        <a:off x="17563" y="2532436"/>
        <a:ext cx="8880274" cy="324648"/>
      </dsp:txXfrm>
    </dsp:sp>
    <dsp:sp modelId="{FEE86F93-03E5-4A1C-AD90-C90150924963}">
      <dsp:nvSpPr>
        <dsp:cNvPr id="0" name=""/>
        <dsp:cNvSpPr/>
      </dsp:nvSpPr>
      <dsp:spPr>
        <a:xfrm>
          <a:off x="0" y="2917848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Nov: Maximum PM₂.₅ — stubble burning and stagnation</a:t>
          </a:r>
          <a:endParaRPr lang="en-IN" sz="1500" kern="1200"/>
        </a:p>
      </dsp:txBody>
      <dsp:txXfrm>
        <a:off x="17563" y="2935411"/>
        <a:ext cx="8880274" cy="324648"/>
      </dsp:txXfrm>
    </dsp:sp>
    <dsp:sp modelId="{75C330AF-4FFB-4612-973F-B7C23C3F4302}">
      <dsp:nvSpPr>
        <dsp:cNvPr id="0" name=""/>
        <dsp:cNvSpPr/>
      </dsp:nvSpPr>
      <dsp:spPr>
        <a:xfrm>
          <a:off x="0" y="3320823"/>
          <a:ext cx="8915400" cy="3597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Dec: Very high PM₂.₅ — winter buildup</a:t>
          </a:r>
          <a:endParaRPr lang="en-IN" sz="1500" kern="1200"/>
        </a:p>
      </dsp:txBody>
      <dsp:txXfrm>
        <a:off x="17563" y="3338386"/>
        <a:ext cx="8880274" cy="3246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0E32F5-C82F-4403-A7BF-67227606FC46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425609-31A1-494E-A6D1-F0DE16AB00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193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D5FA-AA4C-2189-D932-951C79E3A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337D6D-00BB-D05E-3886-B62BBA27C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B3BEB-5B03-1B35-ADBD-60479EA52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9BB742-33E4-3E5E-7A0A-698A1086DD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00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012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3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9812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2646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46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924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321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4126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8590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1073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488593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8047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868864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730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30509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3953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012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81476-35AB-4A0F-9B10-0FD1E5C21E40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0281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peg"/><Relationship Id="rId4" Type="http://schemas.openxmlformats.org/officeDocument/2006/relationships/image" Target="../media/image32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jpeg"/><Relationship Id="rId4" Type="http://schemas.openxmlformats.org/officeDocument/2006/relationships/image" Target="../media/image36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jpeg"/><Relationship Id="rId4" Type="http://schemas.openxmlformats.org/officeDocument/2006/relationships/image" Target="../media/image46.jpe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jpeg"/><Relationship Id="rId5" Type="http://schemas.openxmlformats.org/officeDocument/2006/relationships/image" Target="../media/image51.jpeg"/><Relationship Id="rId4" Type="http://schemas.openxmlformats.org/officeDocument/2006/relationships/image" Target="../media/image50.jpe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24.png"/><Relationship Id="rId7" Type="http://schemas.openxmlformats.org/officeDocument/2006/relationships/image" Target="../media/image1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png"/><Relationship Id="rId3" Type="http://schemas.openxmlformats.org/officeDocument/2006/relationships/image" Target="../media/image136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openxmlformats.org/officeDocument/2006/relationships/image" Target="../media/image147.png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3.png"/><Relationship Id="rId5" Type="http://schemas.openxmlformats.org/officeDocument/2006/relationships/image" Target="../media/image162.png"/><Relationship Id="rId4" Type="http://schemas.openxmlformats.org/officeDocument/2006/relationships/image" Target="../media/image1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13ED-A75A-4D6C-394D-CA26856F6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1"/>
            <a:ext cx="8602123" cy="1700842"/>
          </a:xfrm>
        </p:spPr>
        <p:txBody>
          <a:bodyPr>
            <a:noAutofit/>
          </a:bodyPr>
          <a:lstStyle/>
          <a:p>
            <a:r>
              <a:rPr lang="en-US" sz="4400"/>
              <a:t>Spatiotemporal Analysis of PM2.5 and Meteorological Parameters (2021–2024)</a:t>
            </a:r>
            <a:endParaRPr lang="en-IN" sz="44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F86F27-28F9-12F9-396A-EE4554A0C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9432" y="4777381"/>
            <a:ext cx="8915399" cy="1537155"/>
          </a:xfrm>
        </p:spPr>
        <p:txBody>
          <a:bodyPr>
            <a:normAutofit fontScale="85000" lnSpcReduction="20000"/>
          </a:bodyPr>
          <a:lstStyle/>
          <a:p>
            <a:r>
              <a:rPr lang="en-US" sz="3400" b="1"/>
              <a:t>Ground Data Cleaning, Station Selection, and Gap Filling (Week 1 &amp; 2 Update)</a:t>
            </a:r>
          </a:p>
          <a:p>
            <a:pPr algn="r"/>
            <a:r>
              <a:rPr lang="en-US"/>
              <a:t>- </a:t>
            </a:r>
            <a:r>
              <a:rPr lang="en-US" sz="2300"/>
              <a:t>Archie Mittal (2024CS10560)</a:t>
            </a:r>
            <a:br>
              <a:rPr lang="en-US" sz="2300"/>
            </a:br>
            <a:r>
              <a:rPr lang="en-US" sz="2300"/>
              <a:t>- Yashwardhan Singh Choudhary (2024CS10300)</a:t>
            </a:r>
            <a:endParaRPr lang="en-IN" sz="2300"/>
          </a:p>
        </p:txBody>
      </p:sp>
    </p:spTree>
    <p:extLst>
      <p:ext uri="{BB962C8B-B14F-4D97-AF65-F5344CB8AC3E}">
        <p14:creationId xmlns:p14="http://schemas.microsoft.com/office/powerpoint/2010/main" val="159970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D0311-DAB1-C90E-9493-F0013E156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Project Overview &amp; Data Source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672ADF-BC8B-970F-BBFD-62AF194171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62384"/>
            <a:ext cx="11155188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Objective: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analyze PM2.5 trends and their relationship with wind parameters across multiple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Data Source: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Central Pollution Control Board (CPCB) Hourly Data available of 39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Temporal Coverage: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January 2021 to December 2024.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Parameters Studied: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PM_2.5 (Particulate Matter)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Speed (WS)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Direction (WD)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677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0A6-12EE-3798-0C59-611055826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1 – Robust Data Organization</a:t>
            </a:r>
            <a:endParaRPr lang="en-IN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05255A5-F8E4-7809-63CE-33DC8AE44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68199"/>
            <a:ext cx="10226615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Standardize file structures and assess raw availability.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Actions: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Developed a "Robust Mapping" script to identify target columns using keyword matching (Regex).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Organized raw files into a structured hierarchy based on 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site_id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and year.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Deliverable: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station_availability_summary_robust.csv</a:t>
            </a:r>
            <a:r>
              <a:rPr kumimoji="0" lang="en-US" altLang="en-US" sz="24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n-US" altLang="en-US" sz="24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file tracked the percentage of non-null data for every station-year combination.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227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76AF9-F066-0D42-B2EA-62E0CC79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2 – Station Selection Criteria</a:t>
            </a:r>
            <a:endParaRPr lang="en-IN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C2A7AEB-2E0E-41C9-EA0A-094223E6CB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25283" y="2180071"/>
            <a:ext cx="9345284" cy="3493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Goal: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Filter for high-quality, continuous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70% Rule: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station was only selected if </a:t>
            </a: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PM_2.5, Wind Speed, and Wind Direction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all had &gt; 70% availability for </a:t>
            </a: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every single year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from 2021 to 2024.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Results: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Original: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39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Selected: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26 stations met the rigorous quality threshold.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Deliverable: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28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final_selected_stations.csv.</a:t>
            </a:r>
            <a:endParaRPr kumimoji="0" lang="en-US" altLang="en-US" sz="28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097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02CF-2595-A7C2-9F72-E6750FD29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Task 3 – Column Standardization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55BC49-C402-AEDC-0D44-C81ACAFB8D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77992" y="2391818"/>
            <a:ext cx="9632831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Process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ensure seamless analysis across 26 folders, all CSVs were reformatted.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Mapping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timestamp -&gt;Standard Datetime format.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PM 2.5 -&gt;Standardized unit/name.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wind_speed &amp; wind_dir -&gt;Unified labels.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clean, analysis-ready directory: final_station_data_clean/ which contains all the 26 stations and each of them contains separate datasets for the respective years i.e. 2021 to 2024.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86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6DAD5-7B12-A0A5-B3C0-40545FBF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Task 4 – Temporal Gap Filling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459F307-D1DD-C46B-649B-02259FE23A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31986" y="2222589"/>
            <a:ext cx="10834776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Problem: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Even high-quality stations have "micro-gaps" (1–3 missing hours) which disrupt time-series modeling.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Strategy: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Linear Interpolation.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Threshold: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Only gaps &lt;= 3 hours were filled.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Why?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maintain scientific integrity. Large gaps (e.g., 24 hours) cannot be accurately estimated by simple means.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Outcome: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Improved data continuity for diurnal cycle analysis.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/>
              <a:t>Deliverable:</a:t>
            </a:r>
            <a:r>
              <a:rPr lang="en-US"/>
              <a:t> </a:t>
            </a:r>
            <a:r>
              <a:rPr lang="en-US" sz="2400" i="1"/>
              <a:t>final_availability_after_fill.csv</a:t>
            </a:r>
            <a:endParaRPr kumimoji="0" lang="en-US" altLang="en-US" sz="24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324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850B0-F5CD-AA89-2049-91AB89FAB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Comparison Analysis (Before vs. After)</a:t>
            </a:r>
            <a:endParaRPr lang="en-IN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817ECF-2ED3-ABA8-2F9C-087F127601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199" y="1454843"/>
            <a:ext cx="8668109" cy="14311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Impact: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Average PM_2.5 </a:t>
            </a:r>
            <a:r>
              <a:rPr lang="en-US" altLang="en-US" sz="1800" b="1">
                <a:latin typeface="Google Sans Text"/>
              </a:rPr>
              <a:t>a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vailability: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Increased by approximately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1.49%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Speed Availability: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Increased by approximately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0.76%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i="1" u="sng">
                <a:latin typeface="Google Sans Text"/>
              </a:rPr>
              <a:t>Visual Proof: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74D39-6F53-ECF6-6E92-45F0E731C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025" y="2346385"/>
            <a:ext cx="8362591" cy="414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889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3414-1702-5024-119A-2091D0FCA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Conclusion &amp; Next Steps</a:t>
            </a:r>
            <a:endParaRPr lang="en-IN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06DCE-C1A9-29B7-87D4-67F4AC97C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Summary:</a:t>
            </a:r>
            <a:r>
              <a:rPr lang="en-US"/>
              <a:t> We have established a high-quality dataset of 26 stations with standardized metrics and filled temporal gaps.</a:t>
            </a:r>
          </a:p>
          <a:p>
            <a:endParaRPr lang="en-US"/>
          </a:p>
          <a:p>
            <a:endParaRPr lang="en-US"/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b="1" i="1" u="sng"/>
              <a:t>Future Work: </a:t>
            </a:r>
            <a:br>
              <a:rPr lang="en-US"/>
            </a:br>
            <a:r>
              <a:rPr lang="en-US" altLang="en-US" sz="2400" b="1">
                <a:latin typeface="Google Sans Text"/>
              </a:rPr>
              <a:t> Seasonal Trends &amp; Station Correlations</a:t>
            </a:r>
            <a:endParaRPr lang="en-US" altLang="en-US" sz="240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>
                <a:latin typeface="Google Sans Text"/>
              </a:rPr>
              <a:t>Seasonal Profiles:</a:t>
            </a:r>
            <a:r>
              <a:rPr lang="en-US" altLang="en-US">
                <a:latin typeface="Google Sans Text"/>
              </a:rPr>
              <a:t> Identify PM_2.5 peaks across Winter, Monsoon, and Post-Monsoon periods (2021–2024).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>
                <a:latin typeface="Google Sans Text"/>
              </a:rPr>
              <a:t>Spatial Heatmaps:</a:t>
            </a:r>
            <a:r>
              <a:rPr lang="en-US" altLang="en-US">
                <a:latin typeface="Google Sans Text"/>
              </a:rPr>
              <a:t> Create a correlation matrix to identify which stations share similar pollution patterns.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982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E7A6-7CBE-F909-3992-E2329F81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177421"/>
            <a:ext cx="8911687" cy="107725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262626"/>
                </a:solidFill>
                <a:latin typeface="+mn-lt"/>
                <a:ea typeface="+mn-lt"/>
                <a:cs typeface="+mn-lt"/>
              </a:rPr>
              <a:t>Week 3: Seasonal and Monthly Analysis of PM₂.₅ (2021–2024)</a:t>
            </a:r>
            <a:endParaRPr lang="en-IN">
              <a:solidFill>
                <a:srgbClr val="262626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E752A-1DFE-D785-8582-E27CC78D2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73067"/>
            <a:ext cx="8915400" cy="1872622"/>
          </a:xfrm>
        </p:spPr>
        <p:txBody>
          <a:bodyPr/>
          <a:lstStyle/>
          <a:p>
            <a:r>
              <a:rPr lang="en-US"/>
              <a:t>Objective: Analyze seasonal and monthly variability of PM₂.₅ across selected CPCB stations.</a:t>
            </a:r>
          </a:p>
          <a:p>
            <a:r>
              <a:rPr lang="en-US"/>
              <a:t>Dataset: 26 stations with hourly PM₂.₅ data (2021–2024).</a:t>
            </a:r>
          </a:p>
          <a:p>
            <a:r>
              <a:rPr lang="en-US"/>
              <a:t>Focus: Seasonal trends, monthly evolution, and meteorological interpretation.</a:t>
            </a:r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F9D722-587C-153A-567C-BB760599A550}"/>
              </a:ext>
            </a:extLst>
          </p:cNvPr>
          <p:cNvSpPr txBox="1"/>
          <p:nvPr/>
        </p:nvSpPr>
        <p:spPr>
          <a:xfrm>
            <a:off x="2483068" y="2837793"/>
            <a:ext cx="951186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ea typeface="+mn-lt"/>
                <a:cs typeface="+mn-lt"/>
              </a:rPr>
              <a:t>Diurnal Variations &amp; Behavioral Analysis</a:t>
            </a:r>
            <a:endParaRPr lang="en-US" sz="3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516AA-68DD-A35A-B9B3-72B9FA110404}"/>
              </a:ext>
            </a:extLst>
          </p:cNvPr>
          <p:cNvSpPr txBox="1"/>
          <p:nvPr/>
        </p:nvSpPr>
        <p:spPr>
          <a:xfrm>
            <a:off x="2272861" y="3750879"/>
            <a:ext cx="9722068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Objective:</a:t>
            </a:r>
            <a:r>
              <a:rPr lang="en-US">
                <a:ea typeface="+mn-lt"/>
                <a:cs typeface="+mn-lt"/>
              </a:rPr>
              <a:t> To characterize the "Heartbeat" of Delhi’s air pollution by analyzing hourly PM_2.5 fluctuations across 26 stations over a 4-year period (2021–2024).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Core Question:</a:t>
            </a:r>
            <a:r>
              <a:rPr lang="en-US">
                <a:ea typeface="+mn-lt"/>
                <a:cs typeface="+mn-lt"/>
              </a:rPr>
              <a:t> How do human activity (emissions) and atmospheric physics (meteorology) interact to create daily pollution cycles?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Deliverables: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Processed Dataset: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>
                <a:latin typeface="Consolas"/>
              </a:rPr>
              <a:t>diurnal_pm2.5_seasonwise.csv</a:t>
            </a:r>
            <a:r>
              <a:rPr lang="en-US">
                <a:ea typeface="+mn-lt"/>
                <a:cs typeface="+mn-lt"/>
              </a:rPr>
              <a:t> (Aggregated network-wide hourly averages).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Primary Visualization: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>
                <a:latin typeface="Consolas"/>
              </a:rPr>
              <a:t>diurnal_trends_comparison.png</a:t>
            </a:r>
            <a:r>
              <a:rPr lang="en-US">
                <a:ea typeface="+mn-lt"/>
                <a:cs typeface="+mn-lt"/>
              </a:rPr>
              <a:t> (Comparative seasonal 24-hour profiles).</a:t>
            </a:r>
            <a:endParaRPr lang="en-US"/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126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7C55-AB82-9A6E-37DD-8612781C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Seasonal Classification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BF98D-6BFE-45B8-86ED-8439A2D83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We added a season column by mapping calendar months to standard Indian climatological seasons.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Seasonal bins used:</a:t>
            </a:r>
          </a:p>
          <a:p>
            <a:pPr marL="0" indent="0">
              <a:buNone/>
            </a:pPr>
            <a:r>
              <a:rPr lang="en-US"/>
              <a:t>Winter: December–February</a:t>
            </a:r>
          </a:p>
          <a:p>
            <a:pPr marL="0" indent="0">
              <a:buNone/>
            </a:pPr>
            <a:r>
              <a:rPr lang="en-US"/>
              <a:t>Pre-monsoon: March–May</a:t>
            </a:r>
          </a:p>
          <a:p>
            <a:pPr marL="0" indent="0">
              <a:buNone/>
            </a:pPr>
            <a:r>
              <a:rPr lang="en-US"/>
              <a:t>Monsoon: June–September</a:t>
            </a:r>
          </a:p>
          <a:p>
            <a:pPr marL="0" indent="0">
              <a:buNone/>
            </a:pPr>
            <a:r>
              <a:rPr lang="en-US"/>
              <a:t>Post-monsoon: October–November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The cleaned datasets were overwritten to ensure consistent seasonal labeling for all downstream analyses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124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3C5D-EA08-9FAF-8E9B-F35D9B14E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PM₂.₅ Aggregation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AAD2A-186C-E4A3-D8ED-945345E32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Seasonal PM₂.₅ statistics were computed independently at each station for each year.</a:t>
            </a:r>
          </a:p>
          <a:p>
            <a:r>
              <a:rPr lang="en-US"/>
              <a:t>Station-level seasonal means were first averaged across years (2021–2024).</a:t>
            </a:r>
          </a:p>
          <a:p>
            <a:r>
              <a:rPr lang="en-US"/>
              <a:t>Network-level seasonal PM₂.₅ was then obtained by equally weighting all stations.</a:t>
            </a:r>
          </a:p>
          <a:p>
            <a:r>
              <a:rPr lang="en-US"/>
              <a:t>This approach prevents dominance by any single station or year.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812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EB435-292F-E1AD-3D96-30777E3C3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Seasonal Average PM₂.₅ (Network Mean)</a:t>
            </a:r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3E228A-255F-CB4E-6FE5-1D8DCCC0D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77" y="2074606"/>
            <a:ext cx="4933347" cy="384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024AEB-8D96-4D10-3970-72B4A4313848}"/>
              </a:ext>
            </a:extLst>
          </p:cNvPr>
          <p:cNvSpPr txBox="1"/>
          <p:nvPr/>
        </p:nvSpPr>
        <p:spPr>
          <a:xfrm>
            <a:off x="5319778" y="1458987"/>
            <a:ext cx="646138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Winter and post-monsoon seasons exhibit the highest PM₂.₅ concentrations.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Monsoon shows the lowest PM₂.₅ levels due to wet scavenging and enhanced ventilation.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Pre-monsoon displays transitional PM₂.₅ behavior.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High winter PM₂.₅ is driven by shallow boundary layer heights and frequent temperature inversions.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Post-monsoon enhancement is linked to crop residue burning and reduced atmospheric dispersion.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Monsoon PM₂.₅ reduction is caused by rainfall-driven washout and stronger winds.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 Pre-monsoon reflects mixed influence of dust resuspension and improved mixing.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304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0BCA-4196-9CB3-90AD-571FD3DD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Monthly Average PM₂.₅ (Network Mean, 2021–2024)</a:t>
            </a:r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12AB26-F7FA-44C2-6717-FC87BCC324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380" y="2198915"/>
            <a:ext cx="4501089" cy="37782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B5BF2-8000-0834-74F8-B1586868569F}"/>
              </a:ext>
            </a:extLst>
          </p:cNvPr>
          <p:cNvSpPr txBox="1"/>
          <p:nvPr/>
        </p:nvSpPr>
        <p:spPr>
          <a:xfrm>
            <a:off x="5159829" y="2286000"/>
            <a:ext cx="659674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Monthly PM₂.₅ peaks during November–January due to post-monsoon biomass burning and wintertime atmospheric stagnation.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Lowest PM₂.₅ levels occur during July–August because of intense rainfall and wet scavenging.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A sharp rise in October marks the transition from monsoon to post-monsoon pollution buildup.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Consistency across years highlights the dominant role of seasonal meteorology.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316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4E7DD-9345-E0A6-2C30-9010D8B96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Month-wise PM₂.₅ </a:t>
            </a:r>
            <a:r>
              <a:rPr lang="en-IN" err="1"/>
              <a:t>Behavior</a:t>
            </a:r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69C8958-21C0-721C-2344-32E372305D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4793340"/>
              </p:ext>
            </p:extLst>
          </p:nvPr>
        </p:nvGraphicFramePr>
        <p:xfrm>
          <a:off x="2589212" y="2133600"/>
          <a:ext cx="8915400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0774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F4C104D-5F30-4811-9376-566B26E4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8703B1-271E-F98A-25FF-DF54C092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290382"/>
            <a:ext cx="9876728" cy="990569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2400" b="1">
                <a:ea typeface="+mj-lt"/>
                <a:cs typeface="+mj-lt"/>
              </a:rPr>
              <a:t>Diurnal Heartbeat of Delhi’s PM₂.₅</a:t>
            </a:r>
            <a:br>
              <a:rPr lang="en-US" sz="1700">
                <a:ea typeface="+mj-lt"/>
                <a:cs typeface="+mj-lt"/>
              </a:rPr>
            </a:br>
            <a:r>
              <a:rPr lang="en-US" sz="1700">
                <a:ea typeface="+mj-lt"/>
                <a:cs typeface="+mj-lt"/>
              </a:rPr>
              <a:t>Understanding the Daily Cycle: Rush Hours vs. Atmospheric Physics</a:t>
            </a:r>
            <a:endParaRPr lang="en-US" sz="17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15E34B-5D02-4E01-A936-E8E1C0AB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6DA44D3-12A7-32F1-289A-A38AEFC5A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1463566"/>
            <a:ext cx="4450762" cy="5235476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The Double-Peak Pattern:</a:t>
            </a:r>
            <a:r>
              <a:rPr lang="en-US" sz="1600">
                <a:ea typeface="+mn-lt"/>
                <a:cs typeface="+mn-lt"/>
              </a:rPr>
              <a:t> Across all seasons, the data reveals two distinct peaks: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Morning Peak (08:00 – 10:00):</a:t>
            </a:r>
            <a:r>
              <a:rPr lang="en-US" sz="1600">
                <a:ea typeface="+mn-lt"/>
                <a:cs typeface="+mn-lt"/>
              </a:rPr>
              <a:t> Driven by the resumption of traffic (rush hour) and domestic emissions, coinciding with a still-shallow morning mixing layer.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Evening/Night Peak (20:00 – 22:00):</a:t>
            </a:r>
            <a:r>
              <a:rPr lang="en-US" sz="1600">
                <a:ea typeface="+mn-lt"/>
                <a:cs typeface="+mn-lt"/>
              </a:rPr>
              <a:t> Often higher than the morning peak. This is caused by the "collapse" of the atmospheric boundary layer after sunset, trapping emissions near the ground.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The Afternoon Dip (14:00 – 16:00):</a:t>
            </a:r>
            <a:r>
              <a:rPr lang="en-US" sz="1600">
                <a:ea typeface="+mn-lt"/>
                <a:cs typeface="+mn-lt"/>
              </a:rPr>
              <a:t> PM_2.5 levels are consistently at their lowest during the mid-afternoon.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Why?</a:t>
            </a:r>
            <a:r>
              <a:rPr lang="en-US" sz="1600">
                <a:ea typeface="+mn-lt"/>
                <a:cs typeface="+mn-lt"/>
              </a:rPr>
              <a:t> Solar heating triggers </a:t>
            </a:r>
            <a:r>
              <a:rPr lang="en-US" sz="1600" b="1">
                <a:ea typeface="+mn-lt"/>
                <a:cs typeface="+mn-lt"/>
              </a:rPr>
              <a:t>Vertical Mixing</a:t>
            </a:r>
            <a:r>
              <a:rPr lang="en-US" sz="1600">
                <a:ea typeface="+mn-lt"/>
                <a:cs typeface="+mn-lt"/>
              </a:rPr>
              <a:t>. As the ground warms, air rises, increasing the "Mixing Height" and diluting pollutants.</a:t>
            </a:r>
            <a:endParaRPr lang="en-US" sz="1600"/>
          </a:p>
          <a:p>
            <a:pPr>
              <a:lnSpc>
                <a:spcPct val="90000"/>
              </a:lnSpc>
            </a:pPr>
            <a:endParaRPr lang="en-US" sz="1100"/>
          </a:p>
        </p:txBody>
      </p:sp>
      <p:pic>
        <p:nvPicPr>
          <p:cNvPr id="4" name="Content Placeholder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3FAE9A0-5B9F-4385-879B-3D4F7E457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301" y="1279723"/>
            <a:ext cx="6953577" cy="4050457"/>
          </a:xfrm>
          <a:prstGeom prst="rect">
            <a:avLst/>
          </a:prstGeom>
        </p:spPr>
      </p:pic>
      <p:sp>
        <p:nvSpPr>
          <p:cNvPr id="35" name="Freeform 11">
            <a:extLst>
              <a:ext uri="{FF2B5EF4-FFF2-40B4-BE49-F238E27FC236}">
                <a16:creationId xmlns:a16="http://schemas.microsoft.com/office/drawing/2014/main" id="{7DE3414B-B032-4710-A468-D3285E38C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151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93847-03AB-E097-C392-3E9E3C57B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0132" y="203697"/>
            <a:ext cx="10534221" cy="1701303"/>
          </a:xfrm>
        </p:spPr>
        <p:txBody>
          <a:bodyPr>
            <a:normAutofit/>
          </a:bodyPr>
          <a:lstStyle/>
          <a:p>
            <a:r>
              <a:rPr lang="en-US" b="1"/>
              <a:t>Seasonal Variability &amp; Boundary Layer Severity</a:t>
            </a:r>
            <a:endParaRPr lang="en-US"/>
          </a:p>
          <a:p>
            <a:pPr algn="r"/>
            <a:r>
              <a:rPr lang="en-US" sz="2000" b="1">
                <a:ea typeface="+mj-lt"/>
                <a:cs typeface="+mj-lt"/>
              </a:rPr>
              <a:t>Seasonal Contrast: Why Winter and Post-Monsoon Skyrocket</a:t>
            </a:r>
            <a:endParaRPr lang="en-US" sz="2000"/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47A41-4399-75F4-2373-33C2630B0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8212" y="1706617"/>
            <a:ext cx="9677400" cy="458560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b="1">
                <a:ea typeface="+mn-lt"/>
                <a:cs typeface="+mn-lt"/>
              </a:rPr>
              <a:t>Magnitude Divergence: 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 Winter &amp; Post-Monsoon:</a:t>
            </a:r>
            <a:r>
              <a:rPr lang="en-US">
                <a:ea typeface="+mn-lt"/>
                <a:cs typeface="+mn-lt"/>
              </a:rPr>
              <a:t> Both hit massive peaks exceeding </a:t>
            </a:r>
            <a:r>
              <a:rPr lang="en-US" b="1">
                <a:ea typeface="+mn-lt"/>
                <a:cs typeface="+mn-lt"/>
              </a:rPr>
              <a:t>260–280 µg/m³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Monsoon:</a:t>
            </a:r>
            <a:r>
              <a:rPr lang="en-US">
                <a:ea typeface="+mn-lt"/>
                <a:cs typeface="+mn-lt"/>
              </a:rPr>
              <a:t> Shows the most stable profile (66–86 µg/m³). Rain scavenging (washout) and higher humidity prevent major accumulation.</a:t>
            </a:r>
            <a:endParaRPr lang="en-US"/>
          </a:p>
          <a:p>
            <a:pPr algn="ctr"/>
            <a:r>
              <a:rPr lang="en-US" b="1">
                <a:ea typeface="+mn-lt"/>
                <a:cs typeface="+mn-lt"/>
              </a:rPr>
              <a:t>The "Lid" Effect (Thermal Inversion):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In </a:t>
            </a:r>
            <a:r>
              <a:rPr lang="en-US" b="1">
                <a:ea typeface="+mn-lt"/>
                <a:cs typeface="+mn-lt"/>
              </a:rPr>
              <a:t>Winter</a:t>
            </a:r>
            <a:r>
              <a:rPr lang="en-US">
                <a:ea typeface="+mn-lt"/>
                <a:cs typeface="+mn-lt"/>
              </a:rPr>
              <a:t>, the nighttime cooling of the ground is so intense that it creates a "Temperature Inversion." This acts as a physical lid, trapping all pollutants within 100-200 meters of the surface, causing the extreme spikes seen in your data.</a:t>
            </a:r>
            <a:endParaRPr lang="en-US"/>
          </a:p>
          <a:p>
            <a:pPr algn="ctr"/>
            <a:r>
              <a:rPr lang="en-US" b="1">
                <a:ea typeface="+mn-lt"/>
                <a:cs typeface="+mn-lt"/>
              </a:rPr>
              <a:t>Post-Monsoon Dynamics: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Captures the unique "tail" of pollution from midnight to 4 AM (~268 µg/m³), reflecting the arrival of transported biomass smoke under stagnant night conditions.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920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F7E8610-2DF7-4AF0-B876-0F3B7882A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C8C023-62A6-4DA0-8DF4-3F4EA9409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98D7A9-3485-255E-C103-C31D21EAB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3391" y="624110"/>
            <a:ext cx="9383408" cy="128089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b="1" u="sng">
                <a:solidFill>
                  <a:schemeClr val="bg1"/>
                </a:solidFill>
              </a:rPr>
              <a:t>Summary of Findings</a:t>
            </a:r>
            <a:endParaRPr lang="en-US" sz="3100" u="sng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3100" b="1">
                <a:solidFill>
                  <a:schemeClr val="bg1"/>
                </a:solidFill>
                <a:ea typeface="+mj-lt"/>
                <a:cs typeface="+mj-lt"/>
              </a:rPr>
              <a:t> Physical Interpretations &amp; Statistical Summary</a:t>
            </a:r>
            <a:endParaRPr lang="en-US" sz="310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endParaRPr lang="en-US" sz="3100">
              <a:solidFill>
                <a:schemeClr val="bg1"/>
              </a:solidFill>
            </a:endParaRPr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26B9FE07-322E-43FB-8707-C9826BD90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F9C0045-1E87-3E7E-60C6-9409240969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391836"/>
              </p:ext>
            </p:extLst>
          </p:nvPr>
        </p:nvGraphicFramePr>
        <p:xfrm>
          <a:off x="13137" y="2778672"/>
          <a:ext cx="5654377" cy="3448980"/>
        </p:xfrm>
        <a:graphic>
          <a:graphicData uri="http://schemas.openxmlformats.org/drawingml/2006/table">
            <a:tbl>
              <a:tblPr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397807">
                  <a:extLst>
                    <a:ext uri="{9D8B030D-6E8A-4147-A177-3AD203B41FA5}">
                      <a16:colId xmlns:a16="http://schemas.microsoft.com/office/drawing/2014/main" val="228716924"/>
                    </a:ext>
                  </a:extLst>
                </a:gridCol>
                <a:gridCol w="2128285">
                  <a:extLst>
                    <a:ext uri="{9D8B030D-6E8A-4147-A177-3AD203B41FA5}">
                      <a16:colId xmlns:a16="http://schemas.microsoft.com/office/drawing/2014/main" val="1621754755"/>
                    </a:ext>
                  </a:extLst>
                </a:gridCol>
                <a:gridCol w="2128285">
                  <a:extLst>
                    <a:ext uri="{9D8B030D-6E8A-4147-A177-3AD203B41FA5}">
                      <a16:colId xmlns:a16="http://schemas.microsoft.com/office/drawing/2014/main" val="2761627594"/>
                    </a:ext>
                  </a:extLst>
                </a:gridCol>
              </a:tblGrid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Season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Diurnal Range (Peak-Trough)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Atmospheric State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299267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Winter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118.4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Highly Stable / Frequent Inversions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636133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Post-Monsoon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120.8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Stagnant / Accumulation Phase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976461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Pre-Monsoon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92.6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Turbulent / Dust-Heavy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38883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20.5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Unstable / High Ventilation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56018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A097F83-2C9F-7F05-D025-5849E994D0DC}"/>
              </a:ext>
            </a:extLst>
          </p:cNvPr>
          <p:cNvSpPr txBox="1"/>
          <p:nvPr/>
        </p:nvSpPr>
        <p:spPr>
          <a:xfrm>
            <a:off x="5728138" y="2469931"/>
            <a:ext cx="6437586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+mn-lt"/>
                <a:cs typeface="+mn-lt"/>
              </a:rPr>
              <a:t>Conclusion:</a:t>
            </a:r>
            <a:r>
              <a:rPr lang="en-US">
                <a:ea typeface="+mn-lt"/>
                <a:cs typeface="+mn-lt"/>
              </a:rPr>
              <a:t> </a:t>
            </a:r>
            <a:endParaRPr lang="en-US"/>
          </a:p>
          <a:p>
            <a:pPr algn="ctr"/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PM_2.5 concentration is a function of </a:t>
            </a:r>
            <a:r>
              <a:rPr lang="en-US" b="1">
                <a:ea typeface="+mn-lt"/>
                <a:cs typeface="+mn-lt"/>
              </a:rPr>
              <a:t>Emissions ÷ Volume</a:t>
            </a:r>
            <a:r>
              <a:rPr lang="en-US">
                <a:ea typeface="+mn-lt"/>
                <a:cs typeface="+mn-lt"/>
              </a:rPr>
              <a:t>. In the afternoon, the "Volume" (PBL height) is large, leading to lower concentrations. At night, the "Volume" is tiny, leading to toxic air.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Impact:</a:t>
            </a:r>
            <a:r>
              <a:rPr lang="en-US">
                <a:ea typeface="+mn-lt"/>
                <a:cs typeface="+mn-lt"/>
              </a:rPr>
              <a:t> This confirms that policy interventions must account for meteorology; the same emission levels produce much higher health risks at 9 PM than at 3 PM.</a:t>
            </a:r>
            <a:endParaRPr lang="en-US"/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83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8A8B6-77FD-C29D-3AD7-E65B8699D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255401"/>
            <a:ext cx="8911687" cy="1649599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Week 3 Conclusion &amp; Week 4 Outlook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DDF4-C500-8364-51CA-42D851413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4858" y="1310149"/>
            <a:ext cx="9683544" cy="53139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>
                <a:ea typeface="+mn-lt"/>
                <a:cs typeface="+mn-lt"/>
              </a:rPr>
              <a:t>Seasonal Baseline:</a:t>
            </a:r>
            <a:r>
              <a:rPr lang="en-US">
                <a:ea typeface="+mn-lt"/>
                <a:cs typeface="+mn-lt"/>
              </a:rPr>
              <a:t> Analysis confirms </a:t>
            </a:r>
            <a:r>
              <a:rPr lang="en-US" b="1">
                <a:ea typeface="+mn-lt"/>
                <a:cs typeface="+mn-lt"/>
              </a:rPr>
              <a:t>Winter</a:t>
            </a:r>
            <a:r>
              <a:rPr lang="en-US">
                <a:ea typeface="+mn-lt"/>
                <a:cs typeface="+mn-lt"/>
              </a:rPr>
              <a:t> and </a:t>
            </a:r>
            <a:r>
              <a:rPr lang="en-US" b="1">
                <a:ea typeface="+mn-lt"/>
                <a:cs typeface="+mn-lt"/>
              </a:rPr>
              <a:t>Post-Monsoon</a:t>
            </a:r>
            <a:r>
              <a:rPr lang="en-US">
                <a:ea typeface="+mn-lt"/>
                <a:cs typeface="+mn-lt"/>
              </a:rPr>
              <a:t> pollution levels are </a:t>
            </a:r>
            <a:r>
              <a:rPr lang="en-US" b="1">
                <a:ea typeface="+mn-lt"/>
                <a:cs typeface="+mn-lt"/>
              </a:rPr>
              <a:t>300% higher</a:t>
            </a:r>
            <a:r>
              <a:rPr lang="en-US">
                <a:ea typeface="+mn-lt"/>
                <a:cs typeface="+mn-lt"/>
              </a:rPr>
              <a:t> than Monsoon.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The ABL Driver:</a:t>
            </a:r>
            <a:r>
              <a:rPr lang="en-US">
                <a:ea typeface="+mn-lt"/>
                <a:cs typeface="+mn-lt"/>
              </a:rPr>
              <a:t> Diurnal trends prove PM_2.5 is controlled by the </a:t>
            </a:r>
            <a:r>
              <a:rPr lang="en-US" b="1">
                <a:ea typeface="+mn-lt"/>
                <a:cs typeface="+mn-lt"/>
              </a:rPr>
              <a:t>Atmospheric Boundary Layer (ABL)</a:t>
            </a:r>
            <a:r>
              <a:rPr lang="en-US">
                <a:ea typeface="+mn-lt"/>
                <a:cs typeface="+mn-lt"/>
              </a:rPr>
              <a:t>. High nighttime levels are caused by the "Lid Effect" (Thermal Inversion) trapping pollutants.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Core Insight:</a:t>
            </a:r>
            <a:r>
              <a:rPr lang="en-US">
                <a:ea typeface="+mn-lt"/>
                <a:cs typeface="+mn-lt"/>
              </a:rPr>
              <a:t> Pollution peaks when emissions meet stagnant atmospheric conditions, regardless of station location.</a:t>
            </a:r>
            <a:endParaRPr lang="en-US"/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b="1">
                <a:ea typeface="+mn-lt"/>
                <a:cs typeface="+mn-lt"/>
              </a:rPr>
              <a:t>Next Steps: Week 4 (Meteorological Conditioning)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Wind-Rose Analysis:</a:t>
            </a:r>
            <a:r>
              <a:rPr lang="en-US">
                <a:ea typeface="+mn-lt"/>
                <a:cs typeface="+mn-lt"/>
              </a:rPr>
              <a:t> Transitioning from </a:t>
            </a:r>
            <a:r>
              <a:rPr lang="en-US" i="1">
                <a:ea typeface="+mn-lt"/>
                <a:cs typeface="+mn-lt"/>
              </a:rPr>
              <a:t>When</a:t>
            </a:r>
            <a:r>
              <a:rPr lang="en-US">
                <a:ea typeface="+mn-lt"/>
                <a:cs typeface="+mn-lt"/>
              </a:rPr>
              <a:t> it happens to </a:t>
            </a:r>
            <a:r>
              <a:rPr lang="en-US" i="1">
                <a:ea typeface="+mn-lt"/>
                <a:cs typeface="+mn-lt"/>
              </a:rPr>
              <a:t>Where</a:t>
            </a:r>
            <a:r>
              <a:rPr lang="en-US">
                <a:ea typeface="+mn-lt"/>
                <a:cs typeface="+mn-lt"/>
              </a:rPr>
              <a:t> it comes from.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Source Tracking:</a:t>
            </a:r>
            <a:r>
              <a:rPr lang="en-US">
                <a:ea typeface="+mn-lt"/>
                <a:cs typeface="+mn-lt"/>
              </a:rPr>
              <a:t> Mapping PM_2.5 against wind speed and direction.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Cluster Analysis:</a:t>
            </a:r>
            <a:r>
              <a:rPr lang="en-US">
                <a:ea typeface="+mn-lt"/>
                <a:cs typeface="+mn-lt"/>
              </a:rPr>
              <a:t> Identifying if specific wind corridors (e.g., North-Westerly) are the primary drivers of the seasonal spikes found in Week 3.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720C0-902A-1918-C961-48796AEA1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 4 – Meteorological Conditioning &amp; Transport Diagnostics</a:t>
            </a:r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4C667-292C-C02F-2B28-402E5BBDD752}"/>
              </a:ext>
            </a:extLst>
          </p:cNvPr>
          <p:cNvSpPr txBox="1"/>
          <p:nvPr/>
        </p:nvSpPr>
        <p:spPr>
          <a:xfrm>
            <a:off x="2035277" y="2212258"/>
            <a:ext cx="973393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• Objective: Diagnose whether extreme PM₂.₅ events are driven by: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/>
              <a:t>Ventilation suppression (low wind speeds)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/>
              <a:t> Directional transport corridors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/>
              <a:t>Or a combination of both</a:t>
            </a:r>
          </a:p>
          <a:p>
            <a:endParaRPr lang="en-I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/>
              <a:t>Methodology: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>
                <a:latin typeface="Arial" panose="020B0604020202020204" pitchFamily="34" charset="0"/>
              </a:rPr>
              <a:t>Regional segmentation (4 zones)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>
                <a:latin typeface="Arial" panose="020B0604020202020204" pitchFamily="34" charset="0"/>
              </a:rPr>
              <a:t>Percentile-based extreme filtering (Top 15%)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>
                <a:latin typeface="Arial" panose="020B0604020202020204" pitchFamily="34" charset="0"/>
              </a:rPr>
              <a:t>Wind speed comparison (Background vs Extreme)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>
                <a:latin typeface="Arial" panose="020B0604020202020204" pitchFamily="34" charset="0"/>
              </a:rPr>
              <a:t>Directional enrichment analysis (next step)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2319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6F8F-2BED-28FD-33B6-979BFF68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Regional Classification of 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42BC4-1371-3B90-B698-D9DE4EBB2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/>
              <a:t>North → Haryana/NW transport belt(Rohini, </a:t>
            </a:r>
            <a:r>
              <a:rPr lang="en-IN" err="1"/>
              <a:t>Jahangirpuri</a:t>
            </a:r>
            <a:r>
              <a:rPr lang="en-IN"/>
              <a:t>, Ashok Vihar, </a:t>
            </a:r>
            <a:r>
              <a:rPr lang="en-IN" err="1"/>
              <a:t>Wazirpur</a:t>
            </a:r>
            <a:r>
              <a:rPr lang="en-IN"/>
              <a:t>, Narela, Bawana)</a:t>
            </a:r>
          </a:p>
          <a:p>
            <a:r>
              <a:rPr lang="en-IN"/>
              <a:t> East → UP/Trans-Yamuna corridor(IHBAS (Dilshad Garden), Anand Vihar, Patparganj, Vivek Vihar, Sonia Vihar, Pusa)</a:t>
            </a:r>
          </a:p>
          <a:p>
            <a:r>
              <a:rPr lang="en-IN"/>
              <a:t> South/Central → Urban accumulation core(Mandir Marg, Jawaharlal Nehru Stadium, Major Dhyan Chand National Stadium, RK Puram, Okhla Phase II, Nehru Nagar, Sri Aurobindo Marg, Dr. Karni Singh Shooting Range)</a:t>
            </a:r>
          </a:p>
          <a:p>
            <a:r>
              <a:rPr lang="en-IN"/>
              <a:t> West/SW → Rajasthan boundary &amp; industrial influence(</a:t>
            </a:r>
            <a:r>
              <a:rPr lang="en-IN" err="1"/>
              <a:t>hadipur</a:t>
            </a:r>
            <a:r>
              <a:rPr lang="en-IN"/>
              <a:t>, NSIT Dwarka, Punjabi Bagh, Dwarka Sector 8, Najafgarh, </a:t>
            </a:r>
            <a:r>
              <a:rPr lang="en-IN" err="1"/>
              <a:t>Mundka</a:t>
            </a:r>
            <a:r>
              <a:rPr lang="en-IN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8743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D9AC2-A909-FF6D-6C99-21B0B9B9E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Ventilation Suppression During Extreme Events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D199AB-2B31-9761-6024-BA0C6AC869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74" y="2153265"/>
            <a:ext cx="6297083" cy="3778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23AA17-59DC-5AEE-F2CF-51964B5CA7C8}"/>
              </a:ext>
            </a:extLst>
          </p:cNvPr>
          <p:cNvSpPr txBox="1"/>
          <p:nvPr/>
        </p:nvSpPr>
        <p:spPr>
          <a:xfrm>
            <a:off x="7413523" y="2064774"/>
            <a:ext cx="454250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Aptos Narrow" panose="020B0004020202020204" pitchFamily="34" charset="0"/>
              </a:rPr>
              <a:t>Wind speed decreases during extreme PM₂.₅ hours across most regions and seasons</a:t>
            </a:r>
          </a:p>
          <a:p>
            <a:r>
              <a:rPr lang="en-US">
                <a:latin typeface="Aptos Narrow" panose="020B0004020202020204" pitchFamily="34" charset="0"/>
              </a:rPr>
              <a:t>• Strongest suppression observed in </a:t>
            </a:r>
            <a:r>
              <a:rPr lang="en-US" b="1">
                <a:latin typeface="Aptos Narrow" panose="020B0004020202020204" pitchFamily="34" charset="0"/>
              </a:rPr>
              <a:t>Winter (≈21–33%)</a:t>
            </a:r>
            <a:endParaRPr lang="en-US">
              <a:latin typeface="Aptos Narrow" panose="020B0004020202020204" pitchFamily="34" charset="0"/>
            </a:endParaRPr>
          </a:p>
          <a:p>
            <a:r>
              <a:rPr lang="en-US">
                <a:latin typeface="Aptos Narrow" panose="020B0004020202020204" pitchFamily="34" charset="0"/>
              </a:rPr>
              <a:t>• Moderate suppression in </a:t>
            </a:r>
            <a:r>
              <a:rPr lang="en-US" b="1">
                <a:latin typeface="Aptos Narrow" panose="020B0004020202020204" pitchFamily="34" charset="0"/>
              </a:rPr>
              <a:t>Post-monsoon (≈16–26%)</a:t>
            </a:r>
            <a:endParaRPr lang="en-US">
              <a:latin typeface="Aptos Narrow" panose="020B0004020202020204" pitchFamily="34" charset="0"/>
            </a:endParaRPr>
          </a:p>
          <a:p>
            <a:r>
              <a:rPr lang="en-US">
                <a:latin typeface="Aptos Narrow" panose="020B0004020202020204" pitchFamily="34" charset="0"/>
              </a:rPr>
              <a:t>• Weaker but consistent suppression in </a:t>
            </a:r>
            <a:r>
              <a:rPr lang="en-US" b="1">
                <a:latin typeface="Aptos Narrow" panose="020B0004020202020204" pitchFamily="34" charset="0"/>
              </a:rPr>
              <a:t>Pre-monsoon (≈15–23%)</a:t>
            </a:r>
            <a:endParaRPr lang="en-US">
              <a:latin typeface="Aptos Narrow" panose="020B0004020202020204" pitchFamily="34" charset="0"/>
            </a:endParaRPr>
          </a:p>
          <a:p>
            <a:r>
              <a:rPr lang="en-US">
                <a:latin typeface="Aptos Narrow" panose="020B0004020202020204" pitchFamily="34" charset="0"/>
              </a:rPr>
              <a:t>• Minimal or negligible suppression during </a:t>
            </a:r>
            <a:r>
              <a:rPr lang="en-US" b="1">
                <a:latin typeface="Aptos Narrow" panose="020B0004020202020204" pitchFamily="34" charset="0"/>
              </a:rPr>
              <a:t>Monsoon</a:t>
            </a:r>
            <a:endParaRPr lang="en-US">
              <a:latin typeface="Aptos Narrow" panose="020B0004020202020204" pitchFamily="34" charset="0"/>
            </a:endParaRPr>
          </a:p>
          <a:p>
            <a:r>
              <a:rPr lang="en-US">
                <a:latin typeface="Aptos Narrow" panose="020B0004020202020204" pitchFamily="34" charset="0"/>
              </a:rPr>
              <a:t>• Seasonal influence is stronger than regional differences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8807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4 Mechanism Synthesis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Winter: Strong ventilation suppression across all regions</a:t>
            </a:r>
          </a:p>
          <a:p>
            <a:r>
              <a:t>• Post-Monsoon: Mixed stagnation + directional reinforcement</a:t>
            </a:r>
          </a:p>
          <a:p>
            <a:r>
              <a:t>• Pre-Monsoon: Transitional regime (dust + moderate suppression)</a:t>
            </a:r>
          </a:p>
          <a:p>
            <a:r>
              <a:t>• Monsoon: Weak meteorological control</a:t>
            </a:r>
          </a:p>
          <a:p>
            <a:endParaRPr/>
          </a:p>
          <a:p>
            <a:r>
              <a:t>Conclusion: Seasonal meteorology dominates extreme PM2.5 formation more than spatial location.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27DA2-923C-4B3C-18C6-E385B3D29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4285" y="386080"/>
            <a:ext cx="8911687" cy="2052320"/>
          </a:xfrm>
        </p:spPr>
        <p:txBody>
          <a:bodyPr>
            <a:normAutofit fontScale="90000"/>
          </a:bodyPr>
          <a:lstStyle/>
          <a:p>
            <a:r>
              <a:rPr lang="en-US"/>
              <a:t>PDF-based Transport Diagnostics of Extreme PM₂.₅ (DJF 2021–2024)</a:t>
            </a:r>
            <a:br>
              <a:rPr lang="en-US"/>
            </a:br>
            <a:br>
              <a:rPr lang="en-US"/>
            </a:br>
            <a:r>
              <a:rPr lang="en-US" sz="2400"/>
              <a:t>Regional analysis for Delhi: North, East, South_Central, West_SW</a:t>
            </a:r>
            <a:endParaRPr lang="en-IN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F8E92-1D9B-C101-DFF6-F15F6A9FC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4080" y="2438400"/>
            <a:ext cx="9340531" cy="3759200"/>
          </a:xfrm>
        </p:spPr>
        <p:txBody>
          <a:bodyPr>
            <a:normAutofit fontScale="92500" lnSpcReduction="10000"/>
          </a:bodyPr>
          <a:lstStyle/>
          <a:p>
            <a:r>
              <a:rPr lang="en-US" sz="16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Methods: KDE-based PDFs, top-15% percentile extremes, directional enrichment (extreme/background)</a:t>
            </a:r>
          </a:p>
          <a:p>
            <a:r>
              <a:rPr lang="en-US" sz="16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Objective: “Diagnose whether extreme PM₂.₅ events are driven by ventilation suppression or directional transport corridors.”</a:t>
            </a:r>
          </a:p>
          <a:p>
            <a:pPr marL="0" indent="0">
              <a:buNone/>
            </a:pPr>
            <a:endParaRPr lang="en-US" sz="160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</a:rPr>
              <a:t>Hourly PM₂.₅ &amp; wind (</a:t>
            </a:r>
            <a:r>
              <a:rPr lang="en-US" altLang="en-US" sz="1600" err="1">
                <a:solidFill>
                  <a:schemeClr val="tx1"/>
                </a:solidFill>
                <a:latin typeface="Arial" panose="020B0604020202020204" pitchFamily="34" charset="0"/>
              </a:rPr>
              <a:t>dir</a:t>
            </a:r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</a:rPr>
              <a:t>, speed) from cleaned station dataset (2021–2024).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</a:rPr>
              <a:t>Regions: North, East, South_Central, West_SW (list stations or refer to appendix).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</a:rPr>
              <a:t>Months: Dec–Jan–Feb (DJF), 4 years (2021–2024).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</a:rPr>
              <a:t>Approach: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Build region-level hourly stacks (equal station weighting).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Compute PM₂.₅ PDFs (KDE) for each region per year/month.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Define extremes as top 15% PM₂.₅ hours (85th percentile).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Directional enrichment = (</a:t>
            </a:r>
            <a:r>
              <a:rPr lang="en-US" altLang="en-US" err="1">
                <a:solidFill>
                  <a:schemeClr val="tx1"/>
                </a:solidFill>
                <a:latin typeface="Arial" panose="020B0604020202020204" pitchFamily="34" charset="0"/>
              </a:rPr>
              <a:t>freq</a:t>
            </a: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 during extreme) ÷ (background </a:t>
            </a:r>
            <a:r>
              <a:rPr lang="en-US" altLang="en-US" err="1">
                <a:solidFill>
                  <a:schemeClr val="tx1"/>
                </a:solidFill>
                <a:latin typeface="Arial" panose="020B0604020202020204" pitchFamily="34" charset="0"/>
              </a:rPr>
              <a:t>freq</a:t>
            </a: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).</a:t>
            </a:r>
          </a:p>
          <a:p>
            <a:pPr marL="0" indent="0">
              <a:buNone/>
            </a:pPr>
            <a:endParaRPr lang="en-IN" sz="280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425203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BA41F-182D-357D-7201-165604BC0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/>
              <a:t>Year 2021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B9DE143-CB29-D771-FE22-EBC7F55E7F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6854"/>
            <a:ext cx="4229819" cy="31277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1CC57D-9F60-4A8C-BB81-BE543DC50F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7328" y="626854"/>
            <a:ext cx="4094671" cy="31277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ED8952-CF8C-6141-71F8-1F1830EF2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9" y="626854"/>
            <a:ext cx="3867509" cy="3127726"/>
          </a:xfrm>
          <a:prstGeom prst="rect">
            <a:avLst/>
          </a:prstGeom>
        </p:spPr>
      </p:pic>
      <p:sp>
        <p:nvSpPr>
          <p:cNvPr id="19" name="Rectangle 3">
            <a:extLst>
              <a:ext uri="{FF2B5EF4-FFF2-40B4-BE49-F238E27FC236}">
                <a16:creationId xmlns:a16="http://schemas.microsoft.com/office/drawing/2014/main" id="{14BD020E-9703-4A36-FA09-F3DBA150F39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795521" y="4520043"/>
            <a:ext cx="1099966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–North region has a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higher probability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of very high PM₂.₅ in Dec 2021 (more extreme events). Could be weaker ventilation (stagnation) or stronger source + transport into North.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–West/East show concentrated moderate pollution, while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North has higher probability of extremes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suggests transport from other regions combined with local stagnation.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Same pattern: North more extreme-prone; West/East more moderate but frequent pollution.</a:t>
            </a:r>
          </a:p>
        </p:txBody>
      </p:sp>
    </p:spTree>
    <p:extLst>
      <p:ext uri="{BB962C8B-B14F-4D97-AF65-F5344CB8AC3E}">
        <p14:creationId xmlns:p14="http://schemas.microsoft.com/office/powerpoint/2010/main" val="1040632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E1A9E-1057-4EE4-FDD8-0A3273EA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4FC77-5004-080B-3923-E4AFDD6CA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/>
              <a:t>Year 2022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5E838D-982D-CE65-8CA1-8D21601A7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16" y="638944"/>
            <a:ext cx="4186685" cy="31277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2A82F2-ED92-0B27-F0D2-BE65872A67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5315" y="638944"/>
            <a:ext cx="4186685" cy="300140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850FAF-300E-3149-B561-BF488307F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6686" y="638945"/>
            <a:ext cx="3818630" cy="3127726"/>
          </a:xfrm>
          <a:prstGeom prst="rect">
            <a:avLst/>
          </a:prstGeom>
        </p:spPr>
      </p:pic>
      <p:sp>
        <p:nvSpPr>
          <p:cNvPr id="22" name="Rectangle 2">
            <a:extLst>
              <a:ext uri="{FF2B5EF4-FFF2-40B4-BE49-F238E27FC236}">
                <a16:creationId xmlns:a16="http://schemas.microsoft.com/office/drawing/2014/main" id="{7EC403E5-5E39-6D5D-365B-AB783CD3F78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029416" y="4160619"/>
            <a:ext cx="1016191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 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–More homogeneous pollution regimes across regions in Dec 2022 – possibly due to a region-wide meteorological pattern (e.g., synoptic stagnation or uniform emissions/transport).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–January 2022 shows less stark inter-regional contrast than 2021.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000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000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–Regional differences are reduced in 2022 (less directional dominance or more similar emissions).</a:t>
            </a:r>
          </a:p>
        </p:txBody>
      </p:sp>
    </p:spTree>
    <p:extLst>
      <p:ext uri="{BB962C8B-B14F-4D97-AF65-F5344CB8AC3E}">
        <p14:creationId xmlns:p14="http://schemas.microsoft.com/office/powerpoint/2010/main" val="1964773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0CF6-3CB2-2FF5-15E6-319DA35A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3169F-235E-FA0B-39D2-97BD4BC55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/>
              <a:t>Year 2023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5D5C5-F198-209A-63ED-E18174A765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48" y="626854"/>
            <a:ext cx="4094671" cy="31277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02D0AB-4D09-DE12-F56D-0CDD1C1F1E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1064" y="626854"/>
            <a:ext cx="4180936" cy="30845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05E048-1226-068E-48E0-9D6CBFC5D0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9" y="626854"/>
            <a:ext cx="3838755" cy="3084501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43D93E97-7E22-D4AD-4108-37260B2AD78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44104" y="4014670"/>
            <a:ext cx="1128335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–West_SW shows frequent moderate events; North still has moderate extremes risk.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–Jan 2023 again relatively uniform; suggests common synoptic     forcing.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–Feb 2023: East/West often experience frequent moderate pollution but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North remains more likely to experience high extremes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4003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9F500-E246-4F4F-D6E1-B80335FA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B7FDC-48C9-A0F9-9ACC-7932D6AB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/>
              <a:t>Year 2024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A00BFE-48FA-5299-A6CA-5619592BC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94" y="626853"/>
            <a:ext cx="4155825" cy="31277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855FC2-02FD-E041-620E-10F9DD571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8" y="626852"/>
            <a:ext cx="4155825" cy="31277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2DE6C4-265D-ED7F-E19B-A09BA1E6CD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643" y="626852"/>
            <a:ext cx="3806357" cy="3127727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2C4C3EA7-17B8-66C4-B7EE-1EE2986E55C5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465824" y="4023982"/>
            <a:ext cx="1163991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–West_SW frequently experiences moderate events, South_Central sometimes slightly elevated.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–Jan 2024 shows West_SW dominated by many moderate events; extremes less frequent there.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–Again pattern recurs: West_SW/East often concentrated moderate events; North more tail-heavy (extreme probability).</a:t>
            </a:r>
          </a:p>
        </p:txBody>
      </p:sp>
    </p:spTree>
    <p:extLst>
      <p:ext uri="{BB962C8B-B14F-4D97-AF65-F5344CB8AC3E}">
        <p14:creationId xmlns:p14="http://schemas.microsoft.com/office/powerpoint/2010/main" val="39797340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7B418-725B-83D7-AEFD-7B467509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Overall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14391-0D9A-3088-BC6D-365EFA1CF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Across most years and months </a:t>
            </a:r>
            <a:r>
              <a:rPr lang="en-US" b="1"/>
              <a:t>North</a:t>
            </a:r>
            <a:r>
              <a:rPr lang="en-US"/>
              <a:t> frequently has a </a:t>
            </a:r>
            <a:r>
              <a:rPr lang="en-US" b="1"/>
              <a:t>broader distribution and heavier right tail</a:t>
            </a:r>
            <a:r>
              <a:rPr lang="en-US"/>
              <a:t> → higher probability of extreme PM₂.₅ events.</a:t>
            </a:r>
          </a:p>
          <a:p>
            <a:r>
              <a:rPr lang="en-US" b="1"/>
              <a:t>West_SW</a:t>
            </a:r>
            <a:r>
              <a:rPr lang="en-US"/>
              <a:t> often shows </a:t>
            </a:r>
            <a:r>
              <a:rPr lang="en-US" b="1"/>
              <a:t>sharp, high modal peaks at lower PM</a:t>
            </a:r>
            <a:r>
              <a:rPr lang="en-US"/>
              <a:t> (frequent moderate pollution), especially in Jan/Feb (consistent across years).</a:t>
            </a:r>
          </a:p>
          <a:p>
            <a:r>
              <a:rPr lang="en-US" b="1"/>
              <a:t>East</a:t>
            </a:r>
            <a:r>
              <a:rPr lang="en-US"/>
              <a:t> and </a:t>
            </a:r>
            <a:r>
              <a:rPr lang="en-US" b="1"/>
              <a:t>South_Central</a:t>
            </a:r>
            <a:r>
              <a:rPr lang="en-US"/>
              <a:t> are usually intermediate — sometimes overlapping closely depending on year/month.</a:t>
            </a:r>
          </a:p>
          <a:p>
            <a:r>
              <a:rPr lang="en-US"/>
              <a:t>When all four curves cluster closely (e.g., parts of 2022), this suggests </a:t>
            </a:r>
            <a:r>
              <a:rPr lang="en-US" i="1"/>
              <a:t>widespread synoptic forcing</a:t>
            </a:r>
            <a:r>
              <a:rPr lang="en-US"/>
              <a:t> rather than a single transport corridor dominating.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8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6A9D-C9DE-5F30-F151-44783BE0E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5027" y="74763"/>
            <a:ext cx="9819586" cy="2035834"/>
          </a:xfrm>
        </p:spPr>
        <p:txBody>
          <a:bodyPr>
            <a:normAutofit/>
          </a:bodyPr>
          <a:lstStyle/>
          <a:p>
            <a:r>
              <a:rPr lang="en-IN"/>
              <a:t>Directional Enrichment plots</a:t>
            </a:r>
            <a:br>
              <a:rPr lang="en-IN"/>
            </a:br>
            <a:r>
              <a:rPr lang="en-US" sz="1800"/>
              <a:t>(Enrichment = fraction of wind directions observed during </a:t>
            </a:r>
            <a:r>
              <a:rPr lang="en-US" sz="1800" i="1"/>
              <a:t>extreme</a:t>
            </a:r>
            <a:r>
              <a:rPr lang="en-US" sz="1800"/>
              <a:t> hours ÷ fraction in the background; values &gt;1 indicate a sector is </a:t>
            </a:r>
            <a:r>
              <a:rPr lang="en-US" sz="1800" b="1"/>
              <a:t>over-represented</a:t>
            </a:r>
            <a:r>
              <a:rPr lang="en-US" sz="1800"/>
              <a:t> during extremes.)</a:t>
            </a:r>
            <a:endParaRPr lang="en-IN" sz="1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60250-C27B-0A8A-EF43-CD30C56AE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098" y="1731034"/>
            <a:ext cx="4810514" cy="418018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400" b="1" u="sng"/>
              <a:t>EAST REGION</a:t>
            </a:r>
          </a:p>
          <a:p>
            <a:pPr marL="0" indent="0" algn="ctr">
              <a:buNone/>
            </a:pPr>
            <a:endParaRPr lang="en-IN" sz="2400" b="1" u="sng"/>
          </a:p>
          <a:p>
            <a:pPr marL="0" indent="0" algn="ctr">
              <a:buNone/>
            </a:pPr>
            <a:r>
              <a:rPr lang="en-US" sz="2400" b="1"/>
              <a:t>Interpretation</a:t>
            </a:r>
            <a:r>
              <a:rPr lang="en-US" sz="2400"/>
              <a:t>: Northerly winds (N) and southerly (S) are slightly enriched during extreme PM₂.₅ events in East. So episodes there commonly occur when the wind has a northerly component and sometimes southerly inflow — </a:t>
            </a:r>
            <a:r>
              <a:rPr lang="en-US" sz="2400" i="1"/>
              <a:t>mixed transport influence</a:t>
            </a:r>
            <a:r>
              <a:rPr lang="en-US" sz="2400"/>
              <a:t>.</a:t>
            </a:r>
            <a:endParaRPr lang="en-IN" sz="2400" b="1" u="sn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DE5AE2-E4C3-ECED-E293-8CC805564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89" y="1953506"/>
            <a:ext cx="6400813" cy="411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988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43AF-7E1F-A441-171F-427345468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NORTH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AB0E30-46F9-2EB9-1C67-52920F8F3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26" y="1679275"/>
            <a:ext cx="6103665" cy="4094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9EE0FB-7881-5254-529F-F1807029DD1E}"/>
              </a:ext>
            </a:extLst>
          </p:cNvPr>
          <p:cNvSpPr txBox="1"/>
          <p:nvPr/>
        </p:nvSpPr>
        <p:spPr>
          <a:xfrm>
            <a:off x="6533072" y="1794294"/>
            <a:ext cx="565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Interpretation</a:t>
            </a:r>
            <a:r>
              <a:rPr lang="en-US" sz="2400"/>
              <a:t>: Northerly sector is </a:t>
            </a:r>
            <a:r>
              <a:rPr lang="en-US" sz="2400" i="1"/>
              <a:t>under-represented</a:t>
            </a:r>
            <a:r>
              <a:rPr lang="en-US" sz="2400"/>
              <a:t> during extremes (N 0.44), while </a:t>
            </a:r>
            <a:r>
              <a:rPr lang="en-US" sz="2400" b="1"/>
              <a:t>E and SE</a:t>
            </a:r>
            <a:r>
              <a:rPr lang="en-US" sz="2400"/>
              <a:t> and NE are enriched (≈1.1–1.28). This implies extremes in the North region are </a:t>
            </a:r>
            <a:r>
              <a:rPr lang="en-US" sz="2400" b="1"/>
              <a:t>associated with easterly/SE winds</a:t>
            </a:r>
            <a:r>
              <a:rPr lang="en-US" sz="2400"/>
              <a:t> — i.e., pollution being transported into northern stations from east/southeast corridors (possibly from urban core or Trans-Yamuna influences).</a:t>
            </a:r>
            <a:endParaRPr lang="en-IN" sz="2400"/>
          </a:p>
        </p:txBody>
      </p:sp>
    </p:spTree>
    <p:extLst>
      <p:ext uri="{BB962C8B-B14F-4D97-AF65-F5344CB8AC3E}">
        <p14:creationId xmlns:p14="http://schemas.microsoft.com/office/powerpoint/2010/main" val="887942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AC34A-28CC-3CBF-3E46-C3A3D8450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SOUTH_CENTRAL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E8BCD7-7F6F-C51D-4EE4-93BC2A358D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14" y="1702279"/>
            <a:ext cx="6220420" cy="3778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E3E130-2FD2-61F5-008D-4ADC12C5BBC9}"/>
              </a:ext>
            </a:extLst>
          </p:cNvPr>
          <p:cNvSpPr txBox="1"/>
          <p:nvPr/>
        </p:nvSpPr>
        <p:spPr>
          <a:xfrm>
            <a:off x="6711350" y="1771291"/>
            <a:ext cx="54806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Interpretation</a:t>
            </a:r>
            <a:r>
              <a:rPr lang="en-US" sz="2400"/>
              <a:t>: </a:t>
            </a:r>
            <a:r>
              <a:rPr lang="en-US" sz="2400" b="1"/>
              <a:t>Strong enrichment from the North (1.86)</a:t>
            </a:r>
            <a:r>
              <a:rPr lang="en-US" sz="2400"/>
              <a:t> — very likely that </a:t>
            </a:r>
            <a:r>
              <a:rPr lang="en-US" sz="2400" b="1"/>
              <a:t>northern transport</a:t>
            </a:r>
            <a:r>
              <a:rPr lang="en-US" sz="2400"/>
              <a:t> (Haryana/NW belt) strongly contributes to extremes in South_Central. Also NW is enriched. This is a clear </a:t>
            </a:r>
            <a:r>
              <a:rPr lang="en-US" sz="2400" i="1"/>
              <a:t>transport-dominated</a:t>
            </a:r>
            <a:r>
              <a:rPr lang="en-US" sz="2400"/>
              <a:t> signature from the north.</a:t>
            </a:r>
            <a:endParaRPr lang="en-IN" sz="2400"/>
          </a:p>
        </p:txBody>
      </p:sp>
    </p:spTree>
    <p:extLst>
      <p:ext uri="{BB962C8B-B14F-4D97-AF65-F5344CB8AC3E}">
        <p14:creationId xmlns:p14="http://schemas.microsoft.com/office/powerpoint/2010/main" val="26080614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07902-564F-D77F-EFC4-55DD0356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WEST_SW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530F03-D18B-1479-84C1-6AEBB6D1E7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21" y="1696528"/>
            <a:ext cx="6101565" cy="41176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50B47E-0307-B2CF-58BD-45D77B3B104A}"/>
              </a:ext>
            </a:extLst>
          </p:cNvPr>
          <p:cNvSpPr txBox="1"/>
          <p:nvPr/>
        </p:nvSpPr>
        <p:spPr>
          <a:xfrm>
            <a:off x="6487064" y="1905000"/>
            <a:ext cx="53771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Interpretation</a:t>
            </a:r>
            <a:r>
              <a:rPr lang="en-US" sz="2400"/>
              <a:t>: Strong enrichment from </a:t>
            </a:r>
            <a:r>
              <a:rPr lang="en-US" sz="2400" b="1"/>
              <a:t>SW, S, SE, NE</a:t>
            </a:r>
            <a:r>
              <a:rPr lang="en-US" sz="2400"/>
              <a:t> (SW = 1.37 highest) — this indicates extremes at West_SW are associated with </a:t>
            </a:r>
            <a:r>
              <a:rPr lang="en-US" sz="2400" b="1"/>
              <a:t>southerly–southwesterly</a:t>
            </a:r>
            <a:r>
              <a:rPr lang="en-US" sz="2400"/>
              <a:t> winds (likely bringing in pollution from industrial/aggregated emission sources to the southwest/west). NW &amp; N under-represented.</a:t>
            </a:r>
            <a:endParaRPr lang="en-IN" sz="2400"/>
          </a:p>
        </p:txBody>
      </p:sp>
    </p:spTree>
    <p:extLst>
      <p:ext uri="{BB962C8B-B14F-4D97-AF65-F5344CB8AC3E}">
        <p14:creationId xmlns:p14="http://schemas.microsoft.com/office/powerpoint/2010/main" val="2478733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AE1CE-EA88-64DF-7A0C-DBE44252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OVERALL ENRICHMENT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E9F8-3603-4C6D-3331-89281AE07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South_Central</a:t>
            </a:r>
            <a:r>
              <a:rPr lang="en-US"/>
              <a:t>: most clearly dominated by </a:t>
            </a:r>
            <a:r>
              <a:rPr lang="en-US" b="1"/>
              <a:t>northerly transport</a:t>
            </a:r>
            <a:r>
              <a:rPr lang="en-US"/>
              <a:t> during extremes (N = 1.86).</a:t>
            </a:r>
          </a:p>
          <a:p>
            <a:r>
              <a:rPr lang="en-US" b="1"/>
              <a:t>West_SW</a:t>
            </a:r>
            <a:r>
              <a:rPr lang="en-US"/>
              <a:t>: strongly dominated by </a:t>
            </a:r>
            <a:r>
              <a:rPr lang="en-US" b="1"/>
              <a:t>southwest / southerly transport</a:t>
            </a:r>
            <a:r>
              <a:rPr lang="en-US"/>
              <a:t> (SW 1.37, S 1.33).</a:t>
            </a:r>
          </a:p>
          <a:p>
            <a:r>
              <a:rPr lang="en-US" b="1"/>
              <a:t>North</a:t>
            </a:r>
            <a:r>
              <a:rPr lang="en-US"/>
              <a:t>: extremes in this region correlate with </a:t>
            </a:r>
            <a:r>
              <a:rPr lang="en-US" b="1"/>
              <a:t>E/SE winds</a:t>
            </a:r>
            <a:r>
              <a:rPr lang="en-US"/>
              <a:t> (transport from east / Trans-Yamuna corridor).</a:t>
            </a:r>
          </a:p>
          <a:p>
            <a:r>
              <a:rPr lang="en-US" b="1"/>
              <a:t>East</a:t>
            </a:r>
            <a:r>
              <a:rPr lang="en-US"/>
              <a:t>: mixed signals but </a:t>
            </a:r>
            <a:r>
              <a:rPr lang="en-US" b="1"/>
              <a:t>N</a:t>
            </a:r>
            <a:r>
              <a:rPr lang="en-US"/>
              <a:t> shows enrichment (N = 1.37) — Northern transport matters there, too.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These enrichment numbers directly answer the question: </a:t>
            </a:r>
            <a:r>
              <a:rPr lang="en-US" b="1"/>
              <a:t>which direction(s) dominate extreme PM₂.₅ events at each region</a:t>
            </a:r>
            <a:r>
              <a:rPr lang="en-US"/>
              <a:t>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1892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5FA18-7F99-5FDD-7EEA-FA57336CF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Mechanistic interpretation (transport vs ventilation)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4759C-7C11-67D7-9FF9-E1A4FA67A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275" y="2133599"/>
            <a:ext cx="10138914" cy="4295955"/>
          </a:xfrm>
        </p:spPr>
        <p:txBody>
          <a:bodyPr>
            <a:normAutofit/>
          </a:bodyPr>
          <a:lstStyle/>
          <a:p>
            <a:r>
              <a:rPr lang="en-US"/>
              <a:t>Where enrichment ratio for one or more sectors is </a:t>
            </a:r>
            <a:r>
              <a:rPr lang="en-US" b="1"/>
              <a:t>&gt;1.2–1.3</a:t>
            </a:r>
            <a:r>
              <a:rPr lang="en-US"/>
              <a:t> (e.g., South_Central N = 1.86; West_SW SW = 1.37), the extreme events are </a:t>
            </a:r>
            <a:r>
              <a:rPr lang="en-US" b="1"/>
              <a:t>strongly associated with directional transport</a:t>
            </a:r>
            <a:r>
              <a:rPr lang="en-US"/>
              <a:t> from those sectors — i.e., air mass advection bringing pollution to the region.</a:t>
            </a:r>
          </a:p>
          <a:p>
            <a:r>
              <a:rPr lang="en-US"/>
              <a:t>Where PDFs show </a:t>
            </a:r>
            <a:r>
              <a:rPr lang="en-US" b="1"/>
              <a:t>heavy right tails</a:t>
            </a:r>
            <a:r>
              <a:rPr lang="en-US"/>
              <a:t> (e.g., North in many months), this suggests either </a:t>
            </a:r>
            <a:r>
              <a:rPr lang="en-US" b="1"/>
              <a:t>local accumulation (stagnation)</a:t>
            </a:r>
            <a:r>
              <a:rPr lang="en-US"/>
              <a:t> or </a:t>
            </a:r>
            <a:r>
              <a:rPr lang="en-US" b="1"/>
              <a:t>advection of already-polluted air masses</a:t>
            </a:r>
            <a:r>
              <a:rPr lang="en-US"/>
              <a:t>; enrichment plots tell which direction these air masses come from. For instance, North’s heavy tail + enrichment for E/SE implies that extremes there are likely driven by </a:t>
            </a:r>
            <a:r>
              <a:rPr lang="en-US" b="1"/>
              <a:t>directional inflow from the east/southeast</a:t>
            </a:r>
            <a:r>
              <a:rPr lang="en-US"/>
              <a:t> combined with meteorological conditions that limit dispersion.</a:t>
            </a:r>
          </a:p>
          <a:p>
            <a:r>
              <a:rPr lang="en-US"/>
              <a:t>When all region PDFs overlap tightly (e.g., Dec 2022), it likely reflects </a:t>
            </a:r>
            <a:r>
              <a:rPr lang="en-US" b="1"/>
              <a:t>synoptic-scale conditions</a:t>
            </a:r>
            <a:r>
              <a:rPr lang="en-US"/>
              <a:t> (widespread stagnation or uniform pollution) rather than a single transport corridor.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53913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766F54"/>
                </a:solidFill>
                <a:latin typeface="Century Gothic"/>
              </a:rPr>
              <a:t>Upgraded Stagnation Index: India-ASI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22324" y="914400"/>
            <a:ext cx="10972800" cy="32829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b="0">
                <a:solidFill>
                  <a:srgbClr val="766F54"/>
                </a:solidFill>
                <a:latin typeface="Century Gothic"/>
              </a:rPr>
              <a:t>Inspired by Zhou et al. (2024), Nature Communications, 15, 7448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645" y="1289305"/>
            <a:ext cx="11995355" cy="45719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326717"/>
              </p:ext>
            </p:extLst>
          </p:nvPr>
        </p:nvGraphicFramePr>
        <p:xfrm>
          <a:off x="196645" y="1390777"/>
          <a:ext cx="11995355" cy="25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5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0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6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3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0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Condition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Threshold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Physical Meaning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Source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1. Calm Wind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WS10m &lt; 3.2 m/s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Pollution cannot disperse horizontally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NOAA ASI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(Wang &amp; Angell 1999)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2. Temperature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Inversion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T925hPa - T2m &gt; 0 K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Warm air aloft acts as a lid;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pollution cannot escape vertically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India-ASI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(Zhou et al. 2024)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3. No Rain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err="1">
                          <a:solidFill>
                            <a:srgbClr val="463E2D"/>
                          </a:solidFill>
                          <a:latin typeface="Century Gothic"/>
                        </a:rPr>
                        <a:t>Precip</a:t>
                      </a:r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 &lt; 1 mm/day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 wet scavenging (washout)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of particulate matter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NOAA ASI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(Wang &amp; Angell 1999)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1948" y="4412034"/>
            <a:ext cx="10972800" cy="32829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b="1">
                <a:solidFill>
                  <a:srgbClr val="463E2D"/>
                </a:solidFill>
                <a:latin typeface="Century Gothic"/>
              </a:rPr>
              <a:t>A day is classified as stagnant ONLY when ALL THREE conditions are met simultaneously.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1948" y="5321808"/>
            <a:ext cx="10972800" cy="86868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150" b="0">
                <a:solidFill>
                  <a:srgbClr val="463E2D"/>
                </a:solidFill>
                <a:latin typeface="Century Gothic"/>
              </a:rPr>
              <a:t>Key improvement over old method: The NOAA index uses 500 hPa wind speed for vertical dispersion, but Zhou et al. showed this is poorly correlated with PM₂.₅ over India (R = −0.14). The T925–T2m inversion criterion correlates much better (R ≥ 0.63).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126480"/>
            <a:ext cx="10972800" cy="27432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100" b="0">
                <a:solidFill>
                  <a:srgbClr val="766F54"/>
                </a:solidFill>
                <a:latin typeface="Century Gothic"/>
              </a:rPr>
              <a:t>Data: ERA5 reanalysis (0.25°), 2×2 grid cells over Delhi, 2021–2024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766F54"/>
                </a:solidFill>
                <a:latin typeface="Century Gothic"/>
              </a:rPr>
              <a:t>India-ASI: Condition Breakdown &amp; Climatology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804672"/>
            <a:ext cx="14874240" cy="36576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207361"/>
              </p:ext>
            </p:extLst>
          </p:nvPr>
        </p:nvGraphicFramePr>
        <p:xfrm>
          <a:off x="196646" y="1208876"/>
          <a:ext cx="11995355" cy="2011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07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932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Month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Calm Wind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(ws10m&lt;3.2)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Inversion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(T925&gt;T2m)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Dry Day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(precip&lt;1mm)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ALL 3 Met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(Stagnant)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October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97.0%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75.8%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November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99.0%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30.0%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86.2%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27.7%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December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90.9%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58.3%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79.2%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47.8%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January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87.7%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41.7%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54.8%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27.4%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February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86.1%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33.2%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72.8%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26.5%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9386" y="3560899"/>
            <a:ext cx="10972800" cy="36576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1">
                <a:solidFill>
                  <a:srgbClr val="766F54"/>
                </a:solidFill>
                <a:latin typeface="Century Gothic"/>
              </a:rPr>
              <a:t>Climatology: Mean India-ASI Stagnant Days per Month (2021–2024 average)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889782"/>
              </p:ext>
            </p:extLst>
          </p:nvPr>
        </p:nvGraphicFramePr>
        <p:xfrm>
          <a:off x="739386" y="3911763"/>
          <a:ext cx="99974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Month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Oct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Nov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Dec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Jan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Feb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Domain Avg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(days)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1.19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8.31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14.81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b="0">
                          <a:solidFill>
                            <a:srgbClr val="463E2D"/>
                          </a:solidFill>
                          <a:latin typeface="Century Gothic"/>
                        </a:rPr>
                        <a:t>8</a:t>
                      </a:r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.50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7.50 </a:t>
                      </a:r>
                      <a:endParaRPr sz="600" b="0">
                        <a:solidFill>
                          <a:srgbClr val="463E2D"/>
                        </a:solidFill>
                        <a:latin typeface="Century Gothic"/>
                      </a:endParaRP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5120640"/>
            <a:ext cx="11582400" cy="177484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600" b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Key Insights:</a:t>
            </a:r>
          </a:p>
          <a:p>
            <a:pPr algn="l"/>
            <a:r>
              <a:rPr sz="1600" b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October: Nearly zero stagnation — inversions occur only 4.8% of days. Surface is still warm, no lid forms.</a:t>
            </a:r>
          </a:p>
          <a:p>
            <a:pPr algn="l"/>
            <a:r>
              <a:rPr sz="1600" b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December: Peak stagnation (47.8%) — strong inversions (58.3%) + dry conditions (79.2%). Half the month is truly trapped.</a:t>
            </a:r>
          </a:p>
          <a:p>
            <a:pPr algn="l"/>
            <a:r>
              <a:rPr sz="1600" b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January: Drops below December due to Western Disturbance activity bringing rain (only 54.8% dry days).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October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3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657483" cy="2606040"/>
          </a:xfrm>
          <a:prstGeom prst="rect">
            <a:avLst/>
          </a:prstGeom>
        </p:spPr>
      </p:pic>
      <p:pic>
        <p:nvPicPr>
          <p:cNvPr id="5" name="Picture 4" descr="slide3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638" y="640080"/>
            <a:ext cx="5596521" cy="2606040"/>
          </a:xfrm>
          <a:prstGeom prst="rect">
            <a:avLst/>
          </a:prstGeom>
        </p:spPr>
      </p:pic>
      <p:pic>
        <p:nvPicPr>
          <p:cNvPr id="6" name="Picture 5" descr="slide3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490333" cy="2606040"/>
          </a:xfrm>
          <a:prstGeom prst="rect">
            <a:avLst/>
          </a:prstGeom>
        </p:spPr>
      </p:pic>
      <p:pic>
        <p:nvPicPr>
          <p:cNvPr id="7" name="Picture 6" descr="slide3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3383280"/>
            <a:ext cx="566928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97627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4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October marks the post-monsoon transition. Inversions are rare (4.8%), so India-ASI stagnation is near zero. Anomalies are small (±1–2 days). Oct 2021 shows a mild negative (better ventilated); Oct 2023 has a slight positive anomaly in south-central Delhi.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November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4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549326" cy="2606040"/>
          </a:xfrm>
          <a:prstGeom prst="rect">
            <a:avLst/>
          </a:prstGeom>
        </p:spPr>
      </p:pic>
      <p:pic>
        <p:nvPicPr>
          <p:cNvPr id="5" name="Picture 4" descr="slide4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834" y="640080"/>
            <a:ext cx="5549326" cy="2606040"/>
          </a:xfrm>
          <a:prstGeom prst="rect">
            <a:avLst/>
          </a:prstGeom>
        </p:spPr>
      </p:pic>
      <p:pic>
        <p:nvPicPr>
          <p:cNvPr id="6" name="Picture 5" descr="slide4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431339" cy="2606040"/>
          </a:xfrm>
          <a:prstGeom prst="rect">
            <a:avLst/>
          </a:prstGeom>
        </p:spPr>
      </p:pic>
      <p:pic>
        <p:nvPicPr>
          <p:cNvPr id="7" name="Picture 6" descr="slide4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18" y="3383280"/>
            <a:ext cx="5724341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November — peak stubble-burning month. Inversions jump to 30%, driving 8+ stagnant days on average. Nov 2021 shows a strong positive anomaly (+6–8 days above normal) — extreme inversion trapping. Nov 2022 also positive. Nov 2023–24 show negative anomalies, indicating better-than-average ventilation.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December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5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283855" cy="2606040"/>
          </a:xfrm>
          <a:prstGeom prst="rect">
            <a:avLst/>
          </a:prstGeom>
        </p:spPr>
      </p:pic>
      <p:pic>
        <p:nvPicPr>
          <p:cNvPr id="5" name="Picture 4" descr="slide5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266" y="640080"/>
            <a:ext cx="5222893" cy="2606040"/>
          </a:xfrm>
          <a:prstGeom prst="rect">
            <a:avLst/>
          </a:prstGeom>
        </p:spPr>
      </p:pic>
      <p:pic>
        <p:nvPicPr>
          <p:cNvPr id="6" name="Picture 5" descr="slide5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509997" cy="2606040"/>
          </a:xfrm>
          <a:prstGeom prst="rect">
            <a:avLst/>
          </a:prstGeom>
        </p:spPr>
      </p:pic>
      <p:pic>
        <p:nvPicPr>
          <p:cNvPr id="7" name="Picture 6" descr="slide5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266" y="3383280"/>
            <a:ext cx="5222894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021324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December is peak stagnation: ~15 days/month. Dec 2022 shows a strong positive anomaly (more stagnant than avg), contrasting with the wind-only analysis where Dec 2022 was the most ventilated month. This reversal shows the India-ASI captures inversion-driven trapping that wind speed alone misses. Dec 2023 shows negative anomaly in SE Delhi.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January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6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195365" cy="2606040"/>
          </a:xfrm>
          <a:prstGeom prst="rect">
            <a:avLst/>
          </a:prstGeom>
        </p:spPr>
      </p:pic>
      <p:pic>
        <p:nvPicPr>
          <p:cNvPr id="5" name="Picture 4" descr="slide6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290" y="640080"/>
            <a:ext cx="5458870" cy="2606040"/>
          </a:xfrm>
          <a:prstGeom prst="rect">
            <a:avLst/>
          </a:prstGeom>
        </p:spPr>
      </p:pic>
      <p:pic>
        <p:nvPicPr>
          <p:cNvPr id="6" name="Picture 5" descr="slide6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51276"/>
            <a:ext cx="5195365" cy="2606040"/>
          </a:xfrm>
          <a:prstGeom prst="rect">
            <a:avLst/>
          </a:prstGeom>
        </p:spPr>
      </p:pic>
      <p:pic>
        <p:nvPicPr>
          <p:cNvPr id="7" name="Picture 6" descr="slide6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9290" y="3383280"/>
            <a:ext cx="545887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January climatology drops to ~</a:t>
            </a:r>
            <a:r>
              <a:rPr lang="en-IN"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8</a:t>
            </a:r>
            <a:r>
              <a:rPr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.5 days due to Western Disturbance rainfall (only 54.8% dry days). Jan 2024 shows a strong positive anomaly in western Delhi (+8–11 days) but negative in east — sharp spatial dipole suggesting localized inversion patterns. Jan 2021–22 both negative (well ventilated).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February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313352" cy="2606040"/>
          </a:xfrm>
          <a:prstGeom prst="rect">
            <a:avLst/>
          </a:prstGeom>
        </p:spPr>
      </p:pic>
      <p:pic>
        <p:nvPicPr>
          <p:cNvPr id="5" name="Picture 4" descr="slide7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626" y="640080"/>
            <a:ext cx="5478534" cy="2606040"/>
          </a:xfrm>
          <a:prstGeom prst="rect">
            <a:avLst/>
          </a:prstGeom>
        </p:spPr>
      </p:pic>
      <p:pic>
        <p:nvPicPr>
          <p:cNvPr id="6" name="Picture 5" descr="slide7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539495" cy="2606040"/>
          </a:xfrm>
          <a:prstGeom prst="rect">
            <a:avLst/>
          </a:prstGeom>
        </p:spPr>
      </p:pic>
      <p:pic>
        <p:nvPicPr>
          <p:cNvPr id="7" name="Picture 6" descr="slide7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9626" y="3383280"/>
            <a:ext cx="5478534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February marks the winter-to-pre-monsoon transition. Inversions weaken (33.2%). Feb 2021 strongly positive in NW Delhi (+3 days); Feb 2023 is the standout with domain-wide positive anomaly (+6–8 days), indicating persistent late-winter stagnation. Feb 2022 and 2024 are negative (better ventilated).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826E"/>
          </a:solidFill>
          <a:ln>
            <a:solidFill>
              <a:srgbClr val="8A8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-54864" y="502920"/>
            <a:ext cx="1627632" cy="502920"/>
          </a:xfrm>
          <a:prstGeom prst="chevron">
            <a:avLst/>
          </a:prstGeom>
          <a:solidFill>
            <a:srgbClr val="AD3812"/>
          </a:solidFill>
          <a:ln>
            <a:solidFill>
              <a:srgbClr val="AD3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411480" y="1005840"/>
            <a:ext cx="685800" cy="5303520"/>
          </a:xfrm>
          <a:prstGeom prst="line">
            <a:avLst/>
          </a:prstGeom>
          <a:ln w="12700">
            <a:solidFill>
              <a:srgbClr val="787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21792" y="1417320"/>
            <a:ext cx="795528" cy="4709160"/>
          </a:xfrm>
          <a:prstGeom prst="line">
            <a:avLst/>
          </a:prstGeom>
          <a:ln w="12700">
            <a:solidFill>
              <a:srgbClr val="AAA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8680" y="777240"/>
            <a:ext cx="960120" cy="3794760"/>
          </a:xfrm>
          <a:prstGeom prst="line">
            <a:avLst/>
          </a:prstGeom>
          <a:ln w="12700">
            <a:solidFill>
              <a:srgbClr val="968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51560" y="274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>
                <a:solidFill>
                  <a:srgbClr val="2A2A2A"/>
                </a:solidFill>
                <a:latin typeface="Calibri"/>
              </a:rPr>
              <a:t>Validation of India-ASI using CPCB PM₂.₅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804672"/>
            <a:ext cx="9235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A5A5A"/>
                </a:solidFill>
                <a:latin typeface="Calibri"/>
              </a:rPr>
              <a:t>Step 2: Independent calibration against observed pollution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234440"/>
            <a:ext cx="5257800" cy="5349240"/>
          </a:xfrm>
          <a:prstGeom prst="roundRect">
            <a:avLst/>
          </a:prstGeom>
          <a:solidFill>
            <a:srgbClr val="F7F7F0"/>
          </a:solidFill>
          <a:ln>
            <a:solidFill>
              <a:srgbClr val="D9D9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72784" y="1174462"/>
            <a:ext cx="4892040" cy="5349240"/>
          </a:xfrm>
          <a:prstGeom prst="roundRect">
            <a:avLst/>
          </a:prstGeom>
          <a:solidFill>
            <a:srgbClr val="F7F7F0"/>
          </a:solidFill>
          <a:ln>
            <a:solidFill>
              <a:srgbClr val="D9D9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78992" y="1481328"/>
            <a:ext cx="48006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7" y="1554480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D99D9"/>
                </a:solidFill>
              </a:rPr>
              <a:t>Methodology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1810512"/>
            <a:ext cx="4471416" cy="10332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Stagnant days = India-ASI TRUE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Non-stagnant days = India-ASI FALSE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Compared network-average daily PM₂.₅ (26 stations, Oct–Feb, 2021–2024)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024107"/>
            <a:ext cx="4800600" cy="12984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7" y="3127248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E503C"/>
                </a:solidFill>
              </a:rPr>
              <a:t>Key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383279"/>
            <a:ext cx="4471416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Stagnant: 259 µg/m³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Non-stagnant: 211 µg/m³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Difference: +48.7 µg/m³ (~23% higher)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8992" y="4517136"/>
            <a:ext cx="4800600" cy="14447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6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07007" y="4590288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6E3C"/>
                </a:solidFill>
              </a:rPr>
              <a:t>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4846320"/>
            <a:ext cx="4471416" cy="10607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PM₂.₅ shifts upward on stagnant days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Distribution becomes wider with more extremes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Strong signal of pollutant trapping under weak dispersion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1255358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 b="1">
                <a:solidFill>
                  <a:srgbClr val="2A2A2A"/>
                </a:solidFill>
              </a:rPr>
              <a:t>Box plot summary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20840" y="3611880"/>
            <a:ext cx="4114800" cy="0"/>
          </a:xfrm>
          <a:prstGeom prst="line">
            <a:avLst/>
          </a:prstGeom>
          <a:ln w="1270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52360" y="1965960"/>
            <a:ext cx="0" cy="1280160"/>
          </a:xfrm>
          <a:prstGeom prst="line">
            <a:avLst/>
          </a:prstGeom>
          <a:ln w="25400">
            <a:solidFill>
              <a:srgbClr val="3D9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50608" y="2825496"/>
            <a:ext cx="566928" cy="0"/>
          </a:xfrm>
          <a:prstGeom prst="line">
            <a:avLst/>
          </a:prstGeom>
          <a:ln w="25400">
            <a:solidFill>
              <a:srgbClr val="3D9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388352" y="182880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388352" y="205740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388352" y="224028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88352" y="169164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9921240" y="1828800"/>
            <a:ext cx="0" cy="1600200"/>
          </a:xfrm>
          <a:prstGeom prst="line">
            <a:avLst/>
          </a:prstGeom>
          <a:ln w="25400">
            <a:solidFill>
              <a:srgbClr val="DE5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601200" y="2304288"/>
            <a:ext cx="640080" cy="749808"/>
          </a:xfrm>
          <a:prstGeom prst="rect">
            <a:avLst/>
          </a:prstGeom>
          <a:solidFill>
            <a:srgbClr val="E6968C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9601200" y="2679192"/>
            <a:ext cx="640080" cy="0"/>
          </a:xfrm>
          <a:prstGeom prst="line">
            <a:avLst/>
          </a:prstGeom>
          <a:ln w="25400">
            <a:solidFill>
              <a:srgbClr val="DE5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857232" y="1664208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857232" y="1810512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86600" y="3657600"/>
            <a:ext cx="1234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3D99D9"/>
                </a:solidFill>
              </a:rPr>
              <a:t>Non-Stagnant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657600"/>
            <a:ext cx="1234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DE503C"/>
                </a:solidFill>
              </a:rPr>
              <a:t>Stagnant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977639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D99D9"/>
                </a:solidFill>
              </a:rPr>
              <a:t>Mean: 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977639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E503C"/>
                </a:solidFill>
              </a:rPr>
              <a:t>Mean: 259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5392" y="4251960"/>
            <a:ext cx="455371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0840" y="4370832"/>
            <a:ext cx="4206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2A2A2A"/>
                </a:solidFill>
              </a:rPr>
              <a:t>t-test: p = 2.25 × 10⁻⁸</a:t>
            </a:r>
          </a:p>
          <a:p>
            <a:r>
              <a:rPr sz="1150">
                <a:solidFill>
                  <a:srgbClr val="5A5A5A"/>
                </a:solidFill>
              </a:rPr>
              <a:t>The difference in mean PM₂.₅ is highly significant, not random.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5321808"/>
            <a:ext cx="4553712" cy="868680"/>
          </a:xfrm>
          <a:prstGeom prst="roundRect">
            <a:avLst/>
          </a:prstGeom>
          <a:solidFill>
            <a:srgbClr val="FFFAF0"/>
          </a:solidFill>
          <a:ln>
            <a:solidFill>
              <a:srgbClr val="DC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5413248"/>
            <a:ext cx="4206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785A28"/>
                </a:solidFill>
              </a:rPr>
              <a:t>What the t-test answers:</a:t>
            </a:r>
          </a:p>
          <a:p>
            <a:r>
              <a:rPr sz="1200" i="1">
                <a:solidFill>
                  <a:srgbClr val="2A2A2A"/>
                </a:solidFill>
              </a:rPr>
              <a:t>“Could this PM₂.₅ gap happen by chance?”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199632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5A5A5A"/>
                </a:solidFill>
              </a:rPr>
              <a:t>Conclusion: India-ASI stagnant days consistently correspond to higher CPCB PM₂.₅.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D74CB9E-8AF4-4A1D-8637-8E5E33E8E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95628"/>
            <a:ext cx="4553712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" y="685800"/>
            <a:ext cx="411480" cy="50292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502920"/>
            <a:ext cx="594360" cy="54864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2608" y="320040"/>
            <a:ext cx="731520" cy="57150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" y="164592"/>
            <a:ext cx="731520" cy="576072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969264"/>
            <a:ext cx="502920" cy="237744"/>
          </a:xfrm>
          <a:prstGeom prst="chevron">
            <a:avLst/>
          </a:prstGeom>
          <a:solidFill>
            <a:srgbClr val="A63E17"/>
          </a:solidFill>
          <a:ln w="12700">
            <a:solidFill>
              <a:srgbClr val="A63E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850392"/>
            <a:ext cx="11292840" cy="0"/>
          </a:xfrm>
          <a:prstGeom prst="line">
            <a:avLst/>
          </a:prstGeom>
          <a:noFill/>
          <a:ln w="13970">
            <a:solidFill>
              <a:srgbClr val="7F6B35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64592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>
                <a:solidFill>
                  <a:srgbClr val="2F24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Month-by-Month Interpretation of the Stagnant vs Non-Stagnant PM₂.₅ Plot</a:t>
            </a:r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475488" y="585216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5A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important point is not only that stagnation matters, but that it matters differently in each month.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75488" y="1078992"/>
            <a:ext cx="3977640" cy="5440680"/>
          </a:xfrm>
          <a:prstGeom prst="roundRect">
            <a:avLst>
              <a:gd name="adj" fmla="val 1149"/>
            </a:avLst>
          </a:prstGeom>
          <a:solidFill>
            <a:srgbClr val="F8F8F1"/>
          </a:solidFill>
          <a:ln w="12700">
            <a:solidFill>
              <a:srgbClr val="C9C1A7"/>
            </a:solidFill>
            <a:prstDash val="solid"/>
          </a:ln>
        </p:spPr>
      </p:sp>
      <p:pic>
        <p:nvPicPr>
          <p:cNvPr id="11" name="Image 0" descr="/mnt/data/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897626"/>
            <a:ext cx="3968496" cy="334188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645152" y="1078992"/>
            <a:ext cx="7059168" cy="5440680"/>
          </a:xfrm>
          <a:prstGeom prst="roundRect">
            <a:avLst>
              <a:gd name="adj" fmla="val 840"/>
            </a:avLst>
          </a:prstGeom>
          <a:solidFill>
            <a:srgbClr val="EFECD9"/>
          </a:solidFill>
          <a:ln w="12700">
            <a:solidFill>
              <a:srgbClr val="C9C1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82896" y="122529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F2416"/>
                </a:solidFill>
              </a:rPr>
              <a:t>What each month tells us</a:t>
            </a:r>
            <a:endParaRPr lang="en-US" sz="1500"/>
          </a:p>
        </p:txBody>
      </p:sp>
      <p:sp>
        <p:nvSpPr>
          <p:cNvPr id="14" name="Text 11"/>
          <p:cNvSpPr/>
          <p:nvPr/>
        </p:nvSpPr>
        <p:spPr>
          <a:xfrm>
            <a:off x="4882896" y="1453896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The bars compare average PM₂.₅ on stagnant and non-stagnant days. The gap between the bars tells us whether meteorological trapping is stronger than the emission signal in that month.</a:t>
            </a:r>
            <a:endParaRPr lang="en-US" sz="1120"/>
          </a:p>
        </p:txBody>
      </p:sp>
      <p:sp>
        <p:nvSpPr>
          <p:cNvPr id="15" name="Shape 12"/>
          <p:cNvSpPr/>
          <p:nvPr/>
        </p:nvSpPr>
        <p:spPr>
          <a:xfrm>
            <a:off x="4882896" y="205740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992624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A63E17"/>
                </a:solidFill>
              </a:rPr>
              <a:t>October</a:t>
            </a:r>
            <a:endParaRPr lang="en-US" sz="1300"/>
          </a:p>
        </p:txBody>
      </p:sp>
      <p:sp>
        <p:nvSpPr>
          <p:cNvPr id="17" name="Text 14"/>
          <p:cNvSpPr/>
          <p:nvPr/>
        </p:nvSpPr>
        <p:spPr>
          <a:xfrm>
            <a:off x="5797296" y="211226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~+2%: almost no difference. Stagnation has little power because the transition from monsoon to winter has just begun, so very few stagnant days exist.</a:t>
            </a:r>
            <a:endParaRPr lang="en-US" sz="1120"/>
          </a:p>
        </p:txBody>
      </p:sp>
      <p:sp>
        <p:nvSpPr>
          <p:cNvPr id="18" name="Shape 15"/>
          <p:cNvSpPr/>
          <p:nvPr/>
        </p:nvSpPr>
        <p:spPr>
          <a:xfrm>
            <a:off x="4882896" y="283464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BF0E5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992624" y="29077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A63E17"/>
                </a:solidFill>
              </a:rPr>
              <a:t>November</a:t>
            </a:r>
            <a:endParaRPr lang="en-US" sz="1300"/>
          </a:p>
        </p:txBody>
      </p:sp>
      <p:sp>
        <p:nvSpPr>
          <p:cNvPr id="20" name="Text 17"/>
          <p:cNvSpPr/>
          <p:nvPr/>
        </p:nvSpPr>
        <p:spPr>
          <a:xfrm>
            <a:off x="5797296" y="288950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−7%: the unusual month. Pollution is dominated by stubble-burning emissions, so even non-stagnant days remain very polluted. This is why the red bar is not higher here.</a:t>
            </a:r>
            <a:endParaRPr lang="en-US" sz="1120"/>
          </a:p>
        </p:txBody>
      </p:sp>
      <p:sp>
        <p:nvSpPr>
          <p:cNvPr id="21" name="Shape 18"/>
          <p:cNvSpPr/>
          <p:nvPr/>
        </p:nvSpPr>
        <p:spPr>
          <a:xfrm>
            <a:off x="4882896" y="361188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992624" y="36850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A63E17"/>
                </a:solidFill>
              </a:rPr>
              <a:t>December</a:t>
            </a:r>
            <a:endParaRPr lang="en-US" sz="1300"/>
          </a:p>
        </p:txBody>
      </p:sp>
      <p:sp>
        <p:nvSpPr>
          <p:cNvPr id="23" name="Text 20"/>
          <p:cNvSpPr/>
          <p:nvPr/>
        </p:nvSpPr>
        <p:spPr>
          <a:xfrm>
            <a:off x="5797296" y="366674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+19%: the stagnation signal becomes clear. Calm winds, weaker mixing, and dry conditions begin to trap pollutants and push the red bar above the blue bar.</a:t>
            </a:r>
            <a:endParaRPr lang="en-US" sz="1120"/>
          </a:p>
        </p:txBody>
      </p:sp>
      <p:sp>
        <p:nvSpPr>
          <p:cNvPr id="24" name="Shape 21"/>
          <p:cNvSpPr/>
          <p:nvPr/>
        </p:nvSpPr>
        <p:spPr>
          <a:xfrm>
            <a:off x="4882896" y="438912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BF0E5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992624" y="4462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A63E17"/>
                </a:solidFill>
              </a:rPr>
              <a:t>January</a:t>
            </a:r>
            <a:endParaRPr lang="en-US" sz="1300"/>
          </a:p>
        </p:txBody>
      </p:sp>
      <p:sp>
        <p:nvSpPr>
          <p:cNvPr id="26" name="Text 23"/>
          <p:cNvSpPr/>
          <p:nvPr/>
        </p:nvSpPr>
        <p:spPr>
          <a:xfrm>
            <a:off x="5797296" y="444398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+30%: the strongest effect. Winter inversions and shallow boundary layers are most intense, so stagnant days accumulate much more PM₂.₅ than non-stagnant days.</a:t>
            </a:r>
            <a:endParaRPr lang="en-US" sz="1120"/>
          </a:p>
        </p:txBody>
      </p:sp>
      <p:sp>
        <p:nvSpPr>
          <p:cNvPr id="27" name="Shape 24"/>
          <p:cNvSpPr/>
          <p:nvPr/>
        </p:nvSpPr>
        <p:spPr>
          <a:xfrm>
            <a:off x="4882896" y="516636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4992624" y="523951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A63E17"/>
                </a:solidFill>
              </a:rPr>
              <a:t>February</a:t>
            </a:r>
            <a:endParaRPr lang="en-US" sz="1300"/>
          </a:p>
        </p:txBody>
      </p:sp>
      <p:sp>
        <p:nvSpPr>
          <p:cNvPr id="29" name="Text 26"/>
          <p:cNvSpPr/>
          <p:nvPr/>
        </p:nvSpPr>
        <p:spPr>
          <a:xfrm>
            <a:off x="5797296" y="522122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2A2A2A"/>
                </a:solidFill>
              </a:rPr>
              <a:t>+10%: a weaker but still visible effect. Winter is relaxing, ventilation slowly improves, and the stagnation penalty remains moderate rather than extreme.</a:t>
            </a:r>
            <a:endParaRPr lang="en-US" sz="1120"/>
          </a:p>
        </p:txBody>
      </p:sp>
      <p:sp>
        <p:nvSpPr>
          <p:cNvPr id="30" name="Shape 27"/>
          <p:cNvSpPr/>
          <p:nvPr/>
        </p:nvSpPr>
        <p:spPr>
          <a:xfrm>
            <a:off x="4960964" y="5943600"/>
            <a:ext cx="6309360" cy="384048"/>
          </a:xfrm>
          <a:prstGeom prst="roundRect">
            <a:avLst>
              <a:gd name="adj" fmla="val 9524"/>
            </a:avLst>
          </a:prstGeom>
          <a:solidFill>
            <a:srgbClr val="D9E4BC"/>
          </a:solidFill>
          <a:ln w="10160">
            <a:solidFill>
              <a:srgbClr val="B9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8"/>
          <p:cNvSpPr/>
          <p:nvPr/>
        </p:nvSpPr>
        <p:spPr>
          <a:xfrm>
            <a:off x="5065776" y="6035040"/>
            <a:ext cx="5897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25000" lnSpcReduction="20000"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2F2416"/>
                </a:solidFill>
                <a:latin typeface="Bahnschrift Light" panose="020B0502040204020203" pitchFamily="34" charset="0"/>
              </a:rPr>
              <a:t>Conclusion: stagnation is a strong PM₂.₅ amplifier in December–January, while November is controlled mainly by emissions rather than dispersion</a:t>
            </a:r>
            <a:r>
              <a:rPr lang="en-US" sz="1110" b="1">
                <a:solidFill>
                  <a:srgbClr val="2F2416"/>
                </a:solidFill>
              </a:rPr>
              <a:t>.</a:t>
            </a:r>
            <a:endParaRPr lang="en-US" sz="111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CDDBEC"/>
                </a:solidFill>
                <a:latin typeface="Calibri"/>
              </a:rPr>
              <a:t>WEEK 6 — TASK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Georgia"/>
              </a:rPr>
              <a:t>Annual PM₂.₅ Spatial Distribution
across Delhi (2021–2024)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651760"/>
          </a:xfrm>
          <a:prstGeom prst="rect">
            <a:avLst/>
          </a:prstGeom>
          <a:solidFill>
            <a:srgbClr val="2A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424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CDDBEC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42416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Data:  </a:t>
            </a:r>
            <a:r>
              <a:rPr sz="1300">
                <a:solidFill>
                  <a:srgbClr val="FFFFFF"/>
                </a:solidFill>
                <a:latin typeface="Calibri"/>
              </a:rPr>
              <a:t>Hourly PM₂.₅ from 26 CPCB CAAQMS stations across Delhi (2021–2024), pre-cleaned in Weeks 1–4 (≥70% data availability, ≤3-hr gap-fill).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Aggregation:  </a:t>
            </a:r>
            <a:r>
              <a:rPr sz="1300">
                <a:solidFill>
                  <a:srgbClr val="FFFFFF"/>
                </a:solidFill>
                <a:latin typeface="Calibri"/>
              </a:rPr>
              <a:t>Per-station annual mean of all hourly observations, computed independently for each year.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Visualisation:  </a:t>
            </a:r>
            <a:r>
              <a:rPr sz="1300">
                <a:solidFill>
                  <a:srgbClr val="FFFFFF"/>
                </a:solidFill>
                <a:latin typeface="Calibri"/>
              </a:rPr>
              <a:t>Cartopy scatter on Delhi NCR base map; shared color scale across all 4 years (P5–P95 of pooled annual means → 87–251 µg/m³) to enable direct year-to-year comparison.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Annual Mean PM₂.₅ — Delhi Network (2021–2024)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26 CPCB stations · shared color scale (87–251 µg/m³) · YlOrRd colormap</a:t>
            </a:r>
          </a:p>
        </p:txBody>
      </p:sp>
      <p:pic>
        <p:nvPicPr>
          <p:cNvPr id="5" name="Picture 4" descr="task1_annual_pm25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2743200"/>
          </a:xfrm>
          <a:prstGeom prst="rect">
            <a:avLst/>
          </a:prstGeom>
        </p:spPr>
      </p:pic>
      <p:pic>
        <p:nvPicPr>
          <p:cNvPr id="6" name="Picture 5" descr="task1_annual_pm25_2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51560"/>
            <a:ext cx="5486400" cy="2743200"/>
          </a:xfrm>
          <a:prstGeom prst="rect">
            <a:avLst/>
          </a:prstGeom>
        </p:spPr>
      </p:pic>
      <p:pic>
        <p:nvPicPr>
          <p:cNvPr id="7" name="Picture 6" descr="task1_annual_pm25_2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5486400" cy="2743200"/>
          </a:xfrm>
          <a:prstGeom prst="rect">
            <a:avLst/>
          </a:prstGeom>
        </p:spPr>
      </p:pic>
      <p:pic>
        <p:nvPicPr>
          <p:cNvPr id="8" name="Picture 7" descr="task1_annual_pm25_20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886200"/>
            <a:ext cx="54864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37960"/>
            <a:ext cx="11430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Each dot represents one CAAQMS station; color = mean PM₂.₅ for that calendar year. Coverage: ~8,000+ valid hours per station per year.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Year-by-Year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What changes between 2021 and 2024 across Delhi's monitoring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06424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Lowest year of the four. Most stations sit in the 90–150 µg/m³ band (yellow). Even the persistent eastern hotspots (Patparganj, Anand Vihar) only reach ~200 µg/m³. NW Delhi (Bawana) is comparatively moderate — ~140 µg/m³.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Network mean: lowest of the 4 years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5156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80760" y="105156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106424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5448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Sharp rebound. Roughly half the stations push into the orange/red (180–230 µg/m³) range. Hotspots intensify across the north-central corridor (Wazirpur, Jahangirpuri, Ashok Vihar). Bawana jumps to the highest in the network (~245 µg/m³).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Notable network-wide deterioration vs 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12463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Partial recovery. Most stations drop back to the 100–150 µg/m³ yellow band, similar to 2021. Bawana remains anomalously high (~240 µg/m³). Eastern hotspots ease somewhat but Patparganj area still leads at ~210 µg/m³.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15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Improvement over 2022, not as clean as 2021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65760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365760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3712463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16052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Re-deterioration. Pattern resembles 2022 but slightly worse in the east — Vivek Vihar joins the dark-red cluster (~240 µg/m³). The east-central pollution belt (Patparganj → Anand Vihar → Vivek Vihar) is now the most consistent feature of the network.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715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Network mean comparable to 2022; eastern belt worsening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Synthesis: Persistent Spatial Pattern Across All 4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Year-to-year fluctuations are large; spatial structure is stable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73152" cy="1554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Eastern industrial belt = consistent hotspot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Patparganj, Anand Vihar, and Vivek Vihar appear in the upper quartile every year. Heavy traffic on NH-9, industrial clusters in Sahibabad/Ghaziabad, and the east-Delhi power-corridor emissions all contribute to a stable east-central PM₂.₅ maximum.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73152" cy="155448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Bawana — isolated NW outlier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Bawana (28.79°N, 77.04°E) sits in the dark-red bin in 3 of 4 years despite being far from central Delhi. Likely driven by the Bawana Industrial Area and proximity to Haryana stubble-burning transport corridor in winter.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709160"/>
            <a:ext cx="73152" cy="155448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West/SW Delhi — consistently cleaner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NSIT Dwarka, Najafgarh, and Dwarka Sec-8 stay in the lowest quartile across all 4 years. Lower industrial density + cleaner fetch from open Haryana plains. Confirms Week 4 finding that regional grouping captures real meteorology.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143000"/>
            <a:ext cx="5669280" cy="50292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1280160"/>
            <a:ext cx="51206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Why this matters for the stagnation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916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Calibri"/>
              </a:rPr>
              <a:t>The annual maps show that the spatial PM₂.₅ pattern is largely fixed by emission geography (industry, traffic corridors, land use). Year-to-year variations in absolute concentrations come from a different source: meteorological dispersion conditions (stagnation, mixing height, ventilation).</a:t>
            </a:r>
          </a:p>
          <a:p>
            <a:pPr algn="l">
              <a:spcBef>
                <a:spcPts val="800"/>
              </a:spcBef>
            </a:pPr>
            <a:endParaRPr sz="1200">
              <a:solidFill>
                <a:srgbClr val="4A4A4A"/>
              </a:solidFill>
              <a:latin typeface="Calibri"/>
            </a:endParaRPr>
          </a:p>
          <a:p>
            <a:pPr algn="l">
              <a:spcBef>
                <a:spcPts val="1000"/>
              </a:spcBef>
            </a:pPr>
            <a:r>
              <a:rPr sz="1200" b="1">
                <a:solidFill>
                  <a:srgbClr val="1E3A5F"/>
                </a:solidFill>
                <a:latin typeface="Calibri"/>
              </a:rPr>
              <a:t>Key implications: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Spatial baseline established. </a:t>
            </a:r>
            <a:r>
              <a:rPr sz="1150">
                <a:solidFill>
                  <a:srgbClr val="4A4A4A"/>
                </a:solidFill>
                <a:latin typeface="Calibri"/>
              </a:rPr>
              <a:t>Tasks 2–3 build on this map by overlaying monthly variation (Task 2) and meteorological condition anomalies (Task 3).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Hotspots persist regardless of year. </a:t>
            </a:r>
            <a:r>
              <a:rPr sz="1150">
                <a:solidFill>
                  <a:srgbClr val="4A4A4A"/>
                </a:solidFill>
                <a:latin typeface="Calibri"/>
              </a:rPr>
              <a:t>Suggests emission control (not just meteorology) is needed to structurally reduce the eastern belt's PM₂.₅.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Year-to-year network mean fluctuates ~30%. </a:t>
            </a:r>
            <a:r>
              <a:rPr sz="1150">
                <a:solidFill>
                  <a:srgbClr val="4A4A4A"/>
                </a:solidFill>
                <a:latin typeface="Calibri"/>
              </a:rPr>
              <a:t>This variability is what stagnation/mixing analysis explains.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CDDBEC"/>
                </a:solidFill>
                <a:latin typeface="Calibri"/>
              </a:rPr>
              <a:t>WEEK 6 — TASK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Monthly PM₂.₅ Spatial Distribution
October–February (2021–2024 pooled)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651760"/>
          </a:xfrm>
          <a:prstGeom prst="rect">
            <a:avLst/>
          </a:prstGeom>
          <a:solidFill>
            <a:srgbClr val="2A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424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CDDBEC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42416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Why Oct–Feb:  </a:t>
            </a:r>
            <a:r>
              <a:rPr sz="1300">
                <a:solidFill>
                  <a:srgbClr val="FFFFFF"/>
                </a:solidFill>
                <a:latin typeface="Calibri"/>
              </a:rPr>
              <a:t>Delhi's high-pollution season, when stagnation events drive extreme PM₂.₅ episodes. This is the same window used in the India-ASI analysis, enabling direct cross-reference.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Two-step aggregation:  </a:t>
            </a:r>
            <a:r>
              <a:rPr sz="1300">
                <a:solidFill>
                  <a:srgbClr val="FFFFFF"/>
                </a:solidFill>
                <a:latin typeface="Calibri"/>
              </a:rPr>
              <a:t>(1) compute monthly mean per station per year, then (2) average those 4 yearly means for each calendar month. Equal weighting per year — robust to data-availability variation.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Visualisation:  </a:t>
            </a:r>
            <a:r>
              <a:rPr sz="1300">
                <a:solidFill>
                  <a:srgbClr val="FFFFFF"/>
                </a:solidFill>
                <a:latin typeface="Calibri"/>
              </a:rPr>
              <a:t>Same Delhi NCR base map as Task 1; shared color scale across all 5 months (P5–P95 → ~115–355 µg/m³). Note: scale is different from Task 1 because monthly means span a much wider dynamic range than annual means.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Monthly PM₂.₅ — All 5 Months Side-by-Side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Pooled across 2021–2024 · shared color scale (~115–355 µg/m³)</a:t>
            </a:r>
          </a:p>
        </p:txBody>
      </p:sp>
      <p:pic>
        <p:nvPicPr>
          <p:cNvPr id="5" name="Picture 4" descr="task2_10_oc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" y="1280160"/>
            <a:ext cx="2331720" cy="2606040"/>
          </a:xfrm>
          <a:prstGeom prst="rect">
            <a:avLst/>
          </a:prstGeom>
        </p:spPr>
      </p:pic>
      <p:pic>
        <p:nvPicPr>
          <p:cNvPr id="6" name="Picture 5" descr="task2_11_nove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6827" y="1280160"/>
            <a:ext cx="2331720" cy="2606040"/>
          </a:xfrm>
          <a:prstGeom prst="rect">
            <a:avLst/>
          </a:prstGeom>
        </p:spPr>
      </p:pic>
      <p:pic>
        <p:nvPicPr>
          <p:cNvPr id="7" name="Picture 6" descr="task2_12_dece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987" y="1280160"/>
            <a:ext cx="2331720" cy="2606040"/>
          </a:xfrm>
          <a:prstGeom prst="rect">
            <a:avLst/>
          </a:prstGeom>
        </p:spPr>
      </p:pic>
      <p:pic>
        <p:nvPicPr>
          <p:cNvPr id="8" name="Picture 7" descr="task2_01_janu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147" y="1280160"/>
            <a:ext cx="2331720" cy="2606040"/>
          </a:xfrm>
          <a:prstGeom prst="rect">
            <a:avLst/>
          </a:prstGeom>
        </p:spPr>
      </p:pic>
      <p:pic>
        <p:nvPicPr>
          <p:cNvPr id="9" name="Picture 8" descr="task2_02_febru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6307" y="1280160"/>
            <a:ext cx="2331720" cy="2606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83767" y="4023360"/>
            <a:ext cx="731520" cy="32004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376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post-monsoon
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06927" y="4023360"/>
            <a:ext cx="731520" cy="32004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0692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682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stubble-burning
peak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30087" y="4023360"/>
            <a:ext cx="731520" cy="3200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3008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998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deep winter
stagnation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3247" y="4023360"/>
            <a:ext cx="731520" cy="32004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5324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314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winter
persists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76407" y="4023360"/>
            <a:ext cx="731520" cy="320040"/>
          </a:xfrm>
          <a:prstGeom prst="rect">
            <a:avLst/>
          </a:prstGeom>
          <a:solidFill>
            <a:srgbClr val="C2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7640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630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transition out
of winter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263640"/>
            <a:ext cx="11277295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6327648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1">
                <a:solidFill>
                  <a:srgbClr val="1E3A5F"/>
                </a:solidFill>
                <a:latin typeface="Calibri"/>
              </a:rPr>
              <a:t>Key visual: November is unmistakably the darkest map — the stubble-burning fingerprint dominates the seasonal cycle.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November — The Stubble-Burning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Why November dominates Delhi's seasonal PM₂.₅ cycle</a:t>
            </a:r>
          </a:p>
        </p:txBody>
      </p:sp>
      <p:pic>
        <p:nvPicPr>
          <p:cNvPr id="5" name="Picture 4" descr="task2_11_nove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9436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1051560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75120" y="1051560"/>
            <a:ext cx="91440" cy="1417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1143000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Highest values across the entire 5-month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Multiple stations reach 320–350 µg/m³ — peak values for any month of the year. Even the typically cleanest stations in SW Delhi (NSIT Dwarka, Najafgarh) climb to 200+ µg/m³.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606039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2606039"/>
            <a:ext cx="91440" cy="141732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2697479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Spatial pattern is unusually 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08959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Compare to other months where east Delhi is much darker than west. In November, almost the entire map is in the red/dark-red band — the stubble-burning aerosol blanket affects all stations roughly equally, swamping local emission heterogeneity.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160520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75120" y="4160520"/>
            <a:ext cx="91440" cy="141732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4251959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Bawana (NW) joins the dark-red bin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663440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Bawana sits closest to the Punjab/Haryana fire belt and shows the highest values in the network for November (~340 µg/m³). The NW corner reflects the upwind transport gradient from agricultural burning regions.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943600"/>
            <a:ext cx="51206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1">
                <a:solidFill>
                  <a:srgbClr val="C0392B"/>
                </a:solidFill>
                <a:latin typeface="Calibri"/>
              </a:rPr>
              <a:t>→ This is why India-ASI shows no stagnation signal in November (your Week 5 finding): emissions, not meteorology, set the monthly mean.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Seasonal Progression: Two Distinct Regimes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October–February reveals an emission-driven peak followed by stagnation-driven 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C2550E"/>
                </a:solidFill>
                <a:latin typeface="Calibri"/>
              </a:rPr>
              <a:t>Regime 1 — Emission Pulse (November)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A 30-day surge driven primarily by paddy-residue burning in Punjab and Haryana, transported into Delhi by NW winds. Network mean jumps from ~150 µg/m³ in October to ~270+ µg/m³ in November. Spatial homogeneity is a tell-tale sign of regional transport rather than local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Regime 2 — Stagnation Trapping (Dec–Feb)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21945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Once stubble burning ends in late November, PM₂.₅ remains elevated for three more months — but for a different reason. Calm winds, low boundary layers, and persistent inversions trap local emissions (traffic, biomass cooking, industry). The east-Delhi belt re-emerges as the dominant spatial feature. February shows the cleanest of the four cold months as winds pick up and inversions weaken.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53035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Month-by-month seasonal arc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691640"/>
            <a:ext cx="960120" cy="384048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OCTOBER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7282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~140 µg/m³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Cleanest of the 5. Monsoon residue still present, no stagnation, no fires yet.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606040"/>
            <a:ext cx="960120" cy="384048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6517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NOVEMBER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426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~270 µg/m³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632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PEAK. Stubble-burning transport dominates. Near-uniform high values across all stations.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520440"/>
            <a:ext cx="960120" cy="384048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35661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DECEMBER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5570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~230 µg/m³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977639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Stagnation regime begins. Eastern hotspots re-emerge; Bawana persists.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434840"/>
            <a:ext cx="960120" cy="384048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59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4714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~225 µg/m³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8920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Stagnation peak. Strongest east-west PM₂.₅ gradient. Western Disturbances bring sporadic relief.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5349240"/>
            <a:ext cx="960120" cy="384048"/>
          </a:xfrm>
          <a:prstGeom prst="rect">
            <a:avLst/>
          </a:prstGeom>
          <a:solidFill>
            <a:srgbClr val="C2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5394959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3858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~165 µg/m³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8064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Cleanest of the 4 cold months. Inversions weaken; ventilation improves.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B6D7-36E3-BFE9-DB6E-BB9919F8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OCT_2021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4030354-3F5B-8CDC-7E91-03A54F48F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74" y="1228850"/>
            <a:ext cx="3754764" cy="290333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A7AF067-0D0B-BAF8-27EE-9FDE96371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963" y="1228850"/>
            <a:ext cx="4422476" cy="290333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B6F2CB-26AA-710E-44CB-6D5F3BDEC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4439" y="1228850"/>
            <a:ext cx="3427561" cy="29033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C40826F-671D-8260-8AAC-5625B9A690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5385" y="4318959"/>
            <a:ext cx="4553156" cy="216714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2E5EF71-93F3-599D-5B27-68B98683FC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4944" y="4318959"/>
            <a:ext cx="3766074" cy="216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441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C329-D3E9-BF56-56CC-C4275F1C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5AE7-A3A9-2D07-635B-2C5381057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NOV_2021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7E3C56-51C7-9E45-B554-1496CEC79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23" y="1228850"/>
            <a:ext cx="3715109" cy="29033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13DB39-BA43-2DF7-DF45-4E48849E5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933" y="1228851"/>
            <a:ext cx="4553156" cy="29033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E85EF-0E4C-742F-DFBF-C5B3AE7E1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898" y="1182775"/>
            <a:ext cx="3611593" cy="29494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D04360-3E22-6948-67BA-0A3BF630C4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23" y="4178256"/>
            <a:ext cx="4064252" cy="25951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0B843D-5C44-6B15-4F70-65932A3DD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275" y="4256372"/>
            <a:ext cx="3646099" cy="24389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CFF77D-45B4-A29A-C7D5-0F9093FE65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136" y="4256372"/>
            <a:ext cx="3715109" cy="243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848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2F8AB-6D37-EA18-9AF7-DC6EC4191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83D92-4698-8ED6-23FA-CABAE444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DEC_2021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681E5E-8065-63CA-CEAC-257E775EF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788" y="1228851"/>
            <a:ext cx="3864636" cy="27335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3D8228-DA03-6F71-2B16-2A457E529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5186" y="1228852"/>
            <a:ext cx="4405222" cy="2796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39F80F-CCDC-B560-6483-E2C6B8BBF3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574" y="1228851"/>
            <a:ext cx="3569671" cy="27968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FA2B2BA-B6B3-8F08-4ED4-7130F00B18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28" y="4140679"/>
            <a:ext cx="3882458" cy="266063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EC7D568-3C53-C044-4333-1D058F5F5E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49" y="4111523"/>
            <a:ext cx="4244194" cy="268978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A556503-EF43-665F-5DF9-637934A9C6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43" y="4111523"/>
            <a:ext cx="3669102" cy="265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6701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C52-9204-400F-3A80-A5ACD35C9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25DF8-5F8D-521D-096B-22E5CED16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JAN_2021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1B31BE-7A60-83B3-2ABD-363E90A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71" y="1228851"/>
            <a:ext cx="3878762" cy="29033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41813F-4DFE-F3A2-94C6-894484B023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943" y="1228851"/>
            <a:ext cx="4295956" cy="278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CA5CEC-6C52-EAEC-06FB-B3D9F93E60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6671" y="1228851"/>
            <a:ext cx="3765330" cy="29033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E17C33-D86D-90AB-EDC5-63B77FFD98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51" y="4175185"/>
            <a:ext cx="3868792" cy="26118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35FBEC0-78AB-AFAA-E8BF-51DEBD71BC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943" y="4156157"/>
            <a:ext cx="4221193" cy="26118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40B777-7187-6C76-6143-06A8AC7001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8939" y="4156157"/>
            <a:ext cx="3660793" cy="254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765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3D2F-D099-F078-5949-0D87B8938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72FA8-796B-A383-164B-9064A0626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FEB_2021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660F39-0122-C72C-0A8B-20CDF8BD55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52" y="1205812"/>
            <a:ext cx="3947572" cy="29033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EBA72E-3980-B58C-D35B-0757428BB2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424" y="1182775"/>
            <a:ext cx="4474233" cy="292636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772DB9-1626-D3E7-F63E-386C933F6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657" y="1132937"/>
            <a:ext cx="3588588" cy="30453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B8F903-38C6-D690-FC14-D9CE54860A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30" y="4178256"/>
            <a:ext cx="3811283" cy="26187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E83E7C-B3B7-CFED-237C-B6E0BF1930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282" y="4158980"/>
            <a:ext cx="4266598" cy="26681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FAE056D-B3E8-BFED-53B2-A1AB46CD16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879" y="4301706"/>
            <a:ext cx="3755365" cy="248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7591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053C6-640F-500A-E7BF-CA8166487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053A6-CB74-D4FE-B403-E4A79CA8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OCT_2022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91A6-29E2-CECE-CE5F-684299A1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100" y="1182775"/>
            <a:ext cx="4010833" cy="29494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8F9A35-2A00-59AE-011A-8311268485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933" y="1139735"/>
            <a:ext cx="4364965" cy="29924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8B16F9-AECD-FF78-C6BA-2585B7FC74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574" y="1086929"/>
            <a:ext cx="3569671" cy="309132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5F30A75-246E-A5D8-4036-3F4C965C8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100" y="4175220"/>
            <a:ext cx="4137353" cy="252009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8B95B5-C411-9AFA-B71D-5F791A79BA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129" y="4175220"/>
            <a:ext cx="4238445" cy="25200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361C56D-E197-9396-2137-3C68FB0FC4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482" y="4221296"/>
            <a:ext cx="3699518" cy="258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0078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1779-3E34-BC69-8582-F2DF70F9F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0A39F-6DA1-5466-9F2F-65BB58ED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NOV_2022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41B0B-2471-FE74-DC28-69DAFEE54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38" y="1182776"/>
            <a:ext cx="4236638" cy="29033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69DC65-EC45-167D-54B9-CD07085ED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075" y="1182775"/>
            <a:ext cx="4064252" cy="29033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EA3C0C-68FD-4129-547F-34F3517833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7146" y="1119514"/>
            <a:ext cx="3646099" cy="29665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74AFD89-0316-195F-9820-F223CAB49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44" y="4086105"/>
            <a:ext cx="4287094" cy="26994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2E3FE8-EC26-256C-F89B-D766F1BB01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39" y="4203940"/>
            <a:ext cx="3950898" cy="25995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CD16766-56BC-1CF6-D09A-D7295ADF2E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137" y="4203940"/>
            <a:ext cx="3715108" cy="251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9108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AFD70-A26A-6AA0-1EED-DA8526209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AAD1D-4146-6667-AF27-D57DD7A7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DEC_2022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3E27AB-9FB6-AF74-8EDB-967130FF3D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40" y="1182775"/>
            <a:ext cx="3916393" cy="29494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59FF7A-23DC-6B25-18B1-7E356C7C8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933" y="1182775"/>
            <a:ext cx="4364965" cy="29494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CE62F2-6D9F-1B5A-759E-1E4E005DF9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898" y="1182775"/>
            <a:ext cx="3669102" cy="28888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3B6B113-84B4-FF23-DB0F-57CE6925CE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40" y="4256372"/>
            <a:ext cx="3916393" cy="249009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402897E-D1E2-00D0-9B97-49EA95CE5B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692" y="4256372"/>
            <a:ext cx="4157932" cy="249009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360E0C-E9B1-16D0-E665-9085E0B23A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7624" y="4256372"/>
            <a:ext cx="3824376" cy="2451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6971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C1B0-34F0-2E1D-9823-DC8C3808C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CBB6-D4BB-D5FF-2F76-4617AADE8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JAN_2022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59E73A-4EB5-0E76-F3EE-63920EC5FE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82776"/>
            <a:ext cx="3904892" cy="29033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663544-1B9B-03B1-2CE9-BB9CA9F47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692" y="1182775"/>
            <a:ext cx="4313206" cy="29494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890C98-FCBC-CCF7-5233-748DFB0D8C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898" y="1182775"/>
            <a:ext cx="3601152" cy="29494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BA377E-7373-0DEA-C57F-2ABC275C3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617" y="4186687"/>
            <a:ext cx="3929075" cy="258281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ECC0C3B-2A0D-7FB5-9550-A9177FFE17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549" y="4256372"/>
            <a:ext cx="4197587" cy="243894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7C57191-AE80-06D5-21E2-483FDD8709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136" y="4256372"/>
            <a:ext cx="3675914" cy="243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968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03E34-6D74-654B-5028-E727995A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48BD3-8BAF-EB44-D646-F4CE9DF6C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669852"/>
          </a:xfrm>
        </p:spPr>
        <p:txBody>
          <a:bodyPr>
            <a:normAutofit fontScale="90000"/>
          </a:bodyPr>
          <a:lstStyle/>
          <a:p>
            <a:r>
              <a:rPr lang="en-IN"/>
              <a:t>FEB_2022</a:t>
            </a:r>
            <a:br>
              <a:rPr lang="en-IN"/>
            </a:br>
            <a:br>
              <a:rPr lang="en-IN"/>
            </a:br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90EF68-DD9E-E0B7-8C08-AAE64AFDC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50" y="1182775"/>
            <a:ext cx="3829525" cy="29494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9019E8-402D-8646-C56B-F09A56D04B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2437" y="1182775"/>
            <a:ext cx="4330461" cy="29494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7DE2E1-C98F-3074-8A33-A36055122C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574" y="1182775"/>
            <a:ext cx="3569671" cy="294940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92364A-F06C-7F3C-E1BC-D4DCB7628E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50" y="4256372"/>
            <a:ext cx="3904287" cy="255219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D69DB93-B3E2-D204-2465-F390D4F812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3113" y="4256372"/>
            <a:ext cx="4185023" cy="2601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5DEC00-4733-6D18-7777-2EE01EBFB0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135" y="4256372"/>
            <a:ext cx="3715109" cy="255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1053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64592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OCT_2023</a:t>
            </a:r>
            <a:endParaRPr lang="en-US" sz="2400"/>
          </a:p>
        </p:txBody>
      </p:sp>
      <p:pic>
        <p:nvPicPr>
          <p:cNvPr id="5" name="Image 0" descr="/mnt/data/1_wind_speed(7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39" y="694944"/>
            <a:ext cx="3074649" cy="2377440"/>
          </a:xfrm>
          <a:prstGeom prst="rect">
            <a:avLst/>
          </a:prstGeom>
        </p:spPr>
      </p:pic>
      <p:pic>
        <p:nvPicPr>
          <p:cNvPr id="6" name="Image 1" descr="/mnt/data/2_temp_inversion(7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8504" y="694944"/>
            <a:ext cx="3238831" cy="2377440"/>
          </a:xfrm>
          <a:prstGeom prst="rect">
            <a:avLst/>
          </a:prstGeom>
        </p:spPr>
      </p:pic>
      <p:pic>
        <p:nvPicPr>
          <p:cNvPr id="7" name="Image 2" descr="/mnt/data/3_precipitation(7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7651" y="694944"/>
            <a:ext cx="3074649" cy="2377440"/>
          </a:xfrm>
          <a:prstGeom prst="rect">
            <a:avLst/>
          </a:prstGeom>
        </p:spPr>
      </p:pic>
      <p:pic>
        <p:nvPicPr>
          <p:cNvPr id="8" name="Image 3" descr="/mnt/data/4_combined_asi(7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374" y="3538728"/>
            <a:ext cx="3078980" cy="2377440"/>
          </a:xfrm>
          <a:prstGeom prst="rect">
            <a:avLst/>
          </a:prstGeom>
        </p:spPr>
      </p:pic>
      <p:pic>
        <p:nvPicPr>
          <p:cNvPr id="9" name="Image 4" descr="/mnt/data/5_vi_stagnant_pbl(7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2761" y="3538728"/>
            <a:ext cx="3070319" cy="2377440"/>
          </a:xfrm>
          <a:prstGeom prst="rect">
            <a:avLst/>
          </a:prstGeom>
        </p:spPr>
      </p:pic>
      <p:pic>
        <p:nvPicPr>
          <p:cNvPr id="10" name="Image 5" descr="/mnt/data/6_pm25_anomaly(6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5574" y="3538728"/>
            <a:ext cx="27588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4075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64592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NOV_2023</a:t>
            </a:r>
            <a:endParaRPr lang="en-US" sz="2400"/>
          </a:p>
        </p:txBody>
      </p:sp>
      <p:pic>
        <p:nvPicPr>
          <p:cNvPr id="5" name="Image 0" descr="/mnt/data/1_wind_speed(6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39" y="694944"/>
            <a:ext cx="3074649" cy="2377440"/>
          </a:xfrm>
          <a:prstGeom prst="rect">
            <a:avLst/>
          </a:prstGeom>
        </p:spPr>
      </p:pic>
      <p:pic>
        <p:nvPicPr>
          <p:cNvPr id="6" name="Image 1" descr="/mnt/data/2_temp_inversion(6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886" y="694944"/>
            <a:ext cx="3200069" cy="2377440"/>
          </a:xfrm>
          <a:prstGeom prst="rect">
            <a:avLst/>
          </a:prstGeom>
        </p:spPr>
      </p:pic>
      <p:pic>
        <p:nvPicPr>
          <p:cNvPr id="7" name="Image 2" descr="/mnt/data/3_precipitation(6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7651" y="694944"/>
            <a:ext cx="3074649" cy="2377440"/>
          </a:xfrm>
          <a:prstGeom prst="rect">
            <a:avLst/>
          </a:prstGeom>
        </p:spPr>
      </p:pic>
      <p:pic>
        <p:nvPicPr>
          <p:cNvPr id="8" name="Image 3" descr="/mnt/data/4_combined_asi(6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696" y="3538728"/>
            <a:ext cx="3044336" cy="2377440"/>
          </a:xfrm>
          <a:prstGeom prst="rect">
            <a:avLst/>
          </a:prstGeom>
        </p:spPr>
      </p:pic>
      <p:pic>
        <p:nvPicPr>
          <p:cNvPr id="9" name="Image 4" descr="/mnt/data/5_vi_stagnant_pbl(6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0595" y="3538728"/>
            <a:ext cx="3074649" cy="2377440"/>
          </a:xfrm>
          <a:prstGeom prst="rect">
            <a:avLst/>
          </a:prstGeom>
        </p:spPr>
      </p:pic>
      <p:pic>
        <p:nvPicPr>
          <p:cNvPr id="10" name="Image 5" descr="/mnt/data/6_pm25_anomaly(5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5574" y="3538728"/>
            <a:ext cx="27588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508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D6B3F"/>
          </a:solidFill>
          <a:ln w="12700">
            <a:solidFill>
              <a:srgbClr val="8D6B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868680" cy="347472"/>
          </a:xfrm>
          <a:prstGeom prst="chevron">
            <a:avLst/>
          </a:prstGeom>
          <a:solidFill>
            <a:srgbClr val="B23A1A"/>
          </a:solidFill>
          <a:ln w="12700">
            <a:solidFill>
              <a:srgbClr val="B23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8288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DEC_2023</a:t>
            </a:r>
            <a:endParaRPr lang="en-US" sz="2400"/>
          </a:p>
        </p:txBody>
      </p:sp>
      <p:pic>
        <p:nvPicPr>
          <p:cNvPr id="5" name="Image 0" descr="/mnt/data/1_wind_speed(5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45" y="749808"/>
            <a:ext cx="3015521" cy="2331720"/>
          </a:xfrm>
          <a:prstGeom prst="rect">
            <a:avLst/>
          </a:prstGeom>
        </p:spPr>
      </p:pic>
      <p:pic>
        <p:nvPicPr>
          <p:cNvPr id="6" name="Image 1" descr="/mnt/data/2_temp_inversion(5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575" y="749808"/>
            <a:ext cx="3176546" cy="2331720"/>
          </a:xfrm>
          <a:prstGeom prst="rect">
            <a:avLst/>
          </a:prstGeom>
        </p:spPr>
      </p:pic>
      <p:pic>
        <p:nvPicPr>
          <p:cNvPr id="7" name="Image 2" descr="/mnt/data/3_precipitation(5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529" y="749808"/>
            <a:ext cx="3015521" cy="2331720"/>
          </a:xfrm>
          <a:prstGeom prst="rect">
            <a:avLst/>
          </a:prstGeom>
        </p:spPr>
      </p:pic>
      <p:pic>
        <p:nvPicPr>
          <p:cNvPr id="8" name="Image 3" descr="/mnt/data/4_combined_asi(5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21" y="3584448"/>
            <a:ext cx="3019769" cy="2331720"/>
          </a:xfrm>
          <a:prstGeom prst="rect">
            <a:avLst/>
          </a:prstGeom>
        </p:spPr>
      </p:pic>
      <p:pic>
        <p:nvPicPr>
          <p:cNvPr id="9" name="Image 4" descr="/mnt/data/5_vi_stagnant_pbl(5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11" y="3584448"/>
            <a:ext cx="3011274" cy="2331720"/>
          </a:xfrm>
          <a:prstGeom prst="rect">
            <a:avLst/>
          </a:prstGeom>
        </p:spPr>
      </p:pic>
      <p:pic>
        <p:nvPicPr>
          <p:cNvPr id="10" name="Image 5" descr="/mnt/data/6_pm25_anomaly(4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7415" y="3584448"/>
            <a:ext cx="2705750" cy="2331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229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839040-F3FD-D654-3A39-A38D1BB8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C2B6321-2B92-4C2B-37DF-1232AE9CC5A0}"/>
              </a:ext>
            </a:extLst>
          </p:cNvPr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676D142-60D6-0B13-131E-68EB1565B447}"/>
              </a:ext>
            </a:extLst>
          </p:cNvPr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66BCB9-941C-149A-785A-1073323A3C91}"/>
              </a:ext>
            </a:extLst>
          </p:cNvPr>
          <p:cNvSpPr/>
          <p:nvPr/>
        </p:nvSpPr>
        <p:spPr>
          <a:xfrm>
            <a:off x="0" y="164592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/>
                <a:ea typeface="Calibri"/>
                <a:cs typeface="Calibri"/>
              </a:rPr>
              <a:t>JAN_2023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936686D-BED8-9985-E842-7CADD51AE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09" y="772634"/>
            <a:ext cx="3923519" cy="3392076"/>
          </a:xfrm>
          <a:prstGeom prst="rect">
            <a:avLst/>
          </a:prstGeom>
        </p:spPr>
      </p:pic>
      <p:pic>
        <p:nvPicPr>
          <p:cNvPr id="18" name="Picture 17" descr="A map of a temperature&#10;&#10;AI-generated content may be incorrect.">
            <a:extLst>
              <a:ext uri="{FF2B5EF4-FFF2-40B4-BE49-F238E27FC236}">
                <a16:creationId xmlns:a16="http://schemas.microsoft.com/office/drawing/2014/main" id="{4A24DD19-72F5-6CDC-0457-95C372267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435" y="768785"/>
            <a:ext cx="3832966" cy="3399775"/>
          </a:xfrm>
          <a:prstGeom prst="rect">
            <a:avLst/>
          </a:prstGeom>
        </p:spPr>
      </p:pic>
      <p:pic>
        <p:nvPicPr>
          <p:cNvPr id="19" name="Picture 18" descr="A map of a country&#10;&#10;AI-generated content may be incorrect.">
            <a:extLst>
              <a:ext uri="{FF2B5EF4-FFF2-40B4-BE49-F238E27FC236}">
                <a16:creationId xmlns:a16="http://schemas.microsoft.com/office/drawing/2014/main" id="{93DD2C13-EA75-9C42-5E70-BCCD3CD13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009" y="772634"/>
            <a:ext cx="4038340" cy="3392075"/>
          </a:xfrm>
          <a:prstGeom prst="rect">
            <a:avLst/>
          </a:prstGeom>
        </p:spPr>
      </p:pic>
      <p:pic>
        <p:nvPicPr>
          <p:cNvPr id="20" name="Picture 19" descr="A map of a country&#10;&#10;AI-generated content may be incorrect.">
            <a:extLst>
              <a:ext uri="{FF2B5EF4-FFF2-40B4-BE49-F238E27FC236}">
                <a16:creationId xmlns:a16="http://schemas.microsoft.com/office/drawing/2014/main" id="{77D045DB-D30B-B94D-FC97-BC4409D50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108" y="4008524"/>
            <a:ext cx="3943483" cy="2849280"/>
          </a:xfrm>
          <a:prstGeom prst="rect">
            <a:avLst/>
          </a:prstGeom>
        </p:spPr>
      </p:pic>
      <p:pic>
        <p:nvPicPr>
          <p:cNvPr id="21" name="Picture 20" descr="A map of a red area with yellow triangles&#10;&#10;AI-generated content may be incorrect.">
            <a:extLst>
              <a:ext uri="{FF2B5EF4-FFF2-40B4-BE49-F238E27FC236}">
                <a16:creationId xmlns:a16="http://schemas.microsoft.com/office/drawing/2014/main" id="{22DE4B1F-2819-36EF-0C63-EC4AF35AA4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2132" y="4165100"/>
            <a:ext cx="4038340" cy="2703144"/>
          </a:xfrm>
          <a:prstGeom prst="rect">
            <a:avLst/>
          </a:prstGeom>
        </p:spPr>
      </p:pic>
      <p:pic>
        <p:nvPicPr>
          <p:cNvPr id="22" name="Picture 21" descr="A map of a city&#10;&#10;AI-generated content may be incorrect.">
            <a:extLst>
              <a:ext uri="{FF2B5EF4-FFF2-40B4-BE49-F238E27FC236}">
                <a16:creationId xmlns:a16="http://schemas.microsoft.com/office/drawing/2014/main" id="{C5C8FA51-5B07-C783-0025-E1372DAD71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9093" y="4164902"/>
            <a:ext cx="3834939" cy="270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117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64592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FEB_2023</a:t>
            </a:r>
            <a:endParaRPr lang="en-US" sz="2400"/>
          </a:p>
        </p:txBody>
      </p:sp>
      <p:pic>
        <p:nvPicPr>
          <p:cNvPr id="5" name="Image 0" descr="/mnt/data/1_wind_speed(8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39" y="694944"/>
            <a:ext cx="3074649" cy="2377440"/>
          </a:xfrm>
          <a:prstGeom prst="rect">
            <a:avLst/>
          </a:prstGeom>
        </p:spPr>
      </p:pic>
      <p:pic>
        <p:nvPicPr>
          <p:cNvPr id="6" name="Image 1" descr="/mnt/data/2_temp_inversion(8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8504" y="694944"/>
            <a:ext cx="3238831" cy="2377440"/>
          </a:xfrm>
          <a:prstGeom prst="rect">
            <a:avLst/>
          </a:prstGeom>
        </p:spPr>
      </p:pic>
      <p:pic>
        <p:nvPicPr>
          <p:cNvPr id="7" name="Image 2" descr="/mnt/data/3_precipitation(8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7651" y="694944"/>
            <a:ext cx="3074649" cy="2377440"/>
          </a:xfrm>
          <a:prstGeom prst="rect">
            <a:avLst/>
          </a:prstGeom>
        </p:spPr>
      </p:pic>
      <p:pic>
        <p:nvPicPr>
          <p:cNvPr id="8" name="Image 3" descr="/mnt/data/4_combined_asi(8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696" y="3538728"/>
            <a:ext cx="3044336" cy="2377440"/>
          </a:xfrm>
          <a:prstGeom prst="rect">
            <a:avLst/>
          </a:prstGeom>
        </p:spPr>
      </p:pic>
      <p:pic>
        <p:nvPicPr>
          <p:cNvPr id="9" name="Image 4" descr="/mnt/data/5_vi_stagnant_pbl(8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0595" y="3538728"/>
            <a:ext cx="3074649" cy="2377440"/>
          </a:xfrm>
          <a:prstGeom prst="rect">
            <a:avLst/>
          </a:prstGeom>
        </p:spPr>
      </p:pic>
      <p:pic>
        <p:nvPicPr>
          <p:cNvPr id="10" name="Image 5" descr="/mnt/data/6_pm25_anomaly(7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5574" y="3538728"/>
            <a:ext cx="27588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3972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01168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OCT_2024</a:t>
            </a:r>
            <a:endParaRPr lang="en-US" sz="2400"/>
          </a:p>
        </p:txBody>
      </p:sp>
      <p:pic>
        <p:nvPicPr>
          <p:cNvPr id="5" name="Image 0" descr="/mnt/data/1_wind_speed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39" y="694944"/>
            <a:ext cx="3074649" cy="2377440"/>
          </a:xfrm>
          <a:prstGeom prst="rect">
            <a:avLst/>
          </a:prstGeom>
        </p:spPr>
      </p:pic>
      <p:pic>
        <p:nvPicPr>
          <p:cNvPr id="6" name="Image 1" descr="/mnt/data/2_temp_inversion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113" y="694944"/>
            <a:ext cx="3165613" cy="2377440"/>
          </a:xfrm>
          <a:prstGeom prst="rect">
            <a:avLst/>
          </a:prstGeom>
        </p:spPr>
      </p:pic>
      <p:pic>
        <p:nvPicPr>
          <p:cNvPr id="7" name="Image 2" descr="/mnt/data/3_precipitation(2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7651" y="694944"/>
            <a:ext cx="3074649" cy="2377440"/>
          </a:xfrm>
          <a:prstGeom prst="rect">
            <a:avLst/>
          </a:prstGeom>
        </p:spPr>
      </p:pic>
      <p:pic>
        <p:nvPicPr>
          <p:cNvPr id="8" name="Image 3" descr="/mnt/data/4_combined_asi(2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2118" y="3538728"/>
            <a:ext cx="3078980" cy="2377440"/>
          </a:xfrm>
          <a:prstGeom prst="rect">
            <a:avLst/>
          </a:prstGeom>
        </p:spPr>
      </p:pic>
      <p:pic>
        <p:nvPicPr>
          <p:cNvPr id="9" name="Image 4" descr="/mnt/data/5_vi_stagnant_pbl(2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9163" y="3538728"/>
            <a:ext cx="3074649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5401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0"/>
            <a:ext cx="155448" cy="6858000"/>
          </a:xfrm>
          <a:prstGeom prst="rect">
            <a:avLst/>
          </a:prstGeom>
          <a:solidFill>
            <a:srgbClr val="8D8A66"/>
          </a:solidFill>
          <a:ln w="12700">
            <a:solidFill>
              <a:srgbClr val="8A8A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84048"/>
            <a:ext cx="1417320" cy="384048"/>
          </a:xfrm>
          <a:prstGeom prst="rightArrow">
            <a:avLst/>
          </a:prstGeom>
          <a:solidFill>
            <a:srgbClr val="B53A12"/>
          </a:solidFill>
          <a:ln w="12700">
            <a:solidFill>
              <a:srgbClr val="B53A1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01168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NOV_2024</a:t>
            </a:r>
            <a:endParaRPr lang="en-US" sz="2400"/>
          </a:p>
        </p:txBody>
      </p:sp>
      <p:pic>
        <p:nvPicPr>
          <p:cNvPr id="5" name="Image 0" descr="/mnt/data/1_wind_speed(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39" y="694944"/>
            <a:ext cx="3074649" cy="2377440"/>
          </a:xfrm>
          <a:prstGeom prst="rect">
            <a:avLst/>
          </a:prstGeom>
        </p:spPr>
      </p:pic>
      <p:pic>
        <p:nvPicPr>
          <p:cNvPr id="6" name="Image 1" descr="/mnt/data/2_temp_inversion(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886" y="694944"/>
            <a:ext cx="3200069" cy="2377440"/>
          </a:xfrm>
          <a:prstGeom prst="rect">
            <a:avLst/>
          </a:prstGeom>
        </p:spPr>
      </p:pic>
      <p:pic>
        <p:nvPicPr>
          <p:cNvPr id="7" name="Image 2" descr="/mnt/data/3_precipitation(1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7651" y="694944"/>
            <a:ext cx="3074649" cy="2377440"/>
          </a:xfrm>
          <a:prstGeom prst="rect">
            <a:avLst/>
          </a:prstGeom>
        </p:spPr>
      </p:pic>
      <p:pic>
        <p:nvPicPr>
          <p:cNvPr id="8" name="Image 3" descr="/mnt/data/4_combined_asi(1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183" y="3538728"/>
            <a:ext cx="3005361" cy="2377440"/>
          </a:xfrm>
          <a:prstGeom prst="rect">
            <a:avLst/>
          </a:prstGeom>
        </p:spPr>
      </p:pic>
      <p:pic>
        <p:nvPicPr>
          <p:cNvPr id="9" name="Image 4" descr="/mnt/data/5_vi_stagnant_pbl(1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8744" y="3538728"/>
            <a:ext cx="3018353" cy="2377440"/>
          </a:xfrm>
          <a:prstGeom prst="rect">
            <a:avLst/>
          </a:prstGeom>
        </p:spPr>
      </p:pic>
      <p:pic>
        <p:nvPicPr>
          <p:cNvPr id="10" name="Image 5" descr="/mnt/data/6_pm25_anomal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5574" y="3538728"/>
            <a:ext cx="27588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3051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dec_2024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2131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D6B3F"/>
          </a:solidFill>
          <a:ln w="12700">
            <a:solidFill>
              <a:srgbClr val="8D6B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868680" cy="347472"/>
          </a:xfrm>
          <a:prstGeom prst="chevron">
            <a:avLst/>
          </a:prstGeom>
          <a:solidFill>
            <a:srgbClr val="B23A1A"/>
          </a:solidFill>
          <a:ln w="12700">
            <a:solidFill>
              <a:srgbClr val="B23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8288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JAN_2024</a:t>
            </a:r>
            <a:endParaRPr lang="en-US" sz="2400"/>
          </a:p>
        </p:txBody>
      </p:sp>
      <p:pic>
        <p:nvPicPr>
          <p:cNvPr id="5" name="Image 0" descr="/mnt/data/1_wind_speed(4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45" y="749808"/>
            <a:ext cx="3015521" cy="2331720"/>
          </a:xfrm>
          <a:prstGeom prst="rect">
            <a:avLst/>
          </a:prstGeom>
        </p:spPr>
      </p:pic>
      <p:pic>
        <p:nvPicPr>
          <p:cNvPr id="6" name="Image 1" descr="/mnt/data/2_temp_inversion(4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583" y="749808"/>
            <a:ext cx="3138529" cy="2331720"/>
          </a:xfrm>
          <a:prstGeom prst="rect">
            <a:avLst/>
          </a:prstGeom>
        </p:spPr>
      </p:pic>
      <p:pic>
        <p:nvPicPr>
          <p:cNvPr id="7" name="Image 2" descr="/mnt/data/3_precipitation(4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529" y="749808"/>
            <a:ext cx="3015521" cy="2331720"/>
          </a:xfrm>
          <a:prstGeom prst="rect">
            <a:avLst/>
          </a:prstGeom>
        </p:spPr>
      </p:pic>
      <p:pic>
        <p:nvPicPr>
          <p:cNvPr id="8" name="Image 3" descr="/mnt/data/4_combined_asi(4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21" y="3584448"/>
            <a:ext cx="3019769" cy="2331720"/>
          </a:xfrm>
          <a:prstGeom prst="rect">
            <a:avLst/>
          </a:prstGeom>
        </p:spPr>
      </p:pic>
      <p:pic>
        <p:nvPicPr>
          <p:cNvPr id="9" name="Image 4" descr="/mnt/data/5_vi_stagnant_pbl(4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11" y="3584448"/>
            <a:ext cx="3011274" cy="2331720"/>
          </a:xfrm>
          <a:prstGeom prst="rect">
            <a:avLst/>
          </a:prstGeom>
        </p:spPr>
      </p:pic>
      <p:pic>
        <p:nvPicPr>
          <p:cNvPr id="10" name="Image 5" descr="/mnt/data/6_pm25_anomaly(3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7415" y="3584448"/>
            <a:ext cx="2705750" cy="2331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8516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D6B3F"/>
          </a:solidFill>
          <a:ln w="12700">
            <a:solidFill>
              <a:srgbClr val="8D6B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868680" cy="347472"/>
          </a:xfrm>
          <a:prstGeom prst="chevron">
            <a:avLst/>
          </a:prstGeom>
          <a:solidFill>
            <a:srgbClr val="B23A1A"/>
          </a:solidFill>
          <a:ln w="12700">
            <a:solidFill>
              <a:srgbClr val="B23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8288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FEB_2024</a:t>
            </a:r>
            <a:endParaRPr lang="en-US" sz="2400"/>
          </a:p>
        </p:txBody>
      </p:sp>
      <p:pic>
        <p:nvPicPr>
          <p:cNvPr id="5" name="Image 0" descr="/mnt/data/1_wind_speed(3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45" y="749808"/>
            <a:ext cx="3015521" cy="2331720"/>
          </a:xfrm>
          <a:prstGeom prst="rect">
            <a:avLst/>
          </a:prstGeom>
        </p:spPr>
      </p:pic>
      <p:pic>
        <p:nvPicPr>
          <p:cNvPr id="6" name="Image 1" descr="/mnt/data/2_temp_inversion(3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583" y="749808"/>
            <a:ext cx="3138529" cy="2331720"/>
          </a:xfrm>
          <a:prstGeom prst="rect">
            <a:avLst/>
          </a:prstGeom>
        </p:spPr>
      </p:pic>
      <p:pic>
        <p:nvPicPr>
          <p:cNvPr id="7" name="Image 2" descr="/mnt/data/3_precipitation(3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529" y="749808"/>
            <a:ext cx="3015521" cy="2331720"/>
          </a:xfrm>
          <a:prstGeom prst="rect">
            <a:avLst/>
          </a:prstGeom>
        </p:spPr>
      </p:pic>
      <p:pic>
        <p:nvPicPr>
          <p:cNvPr id="8" name="Image 3" descr="/mnt/data/4_combined_asi(3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510" y="3584448"/>
            <a:ext cx="2985791" cy="2331720"/>
          </a:xfrm>
          <a:prstGeom prst="rect">
            <a:avLst/>
          </a:prstGeom>
        </p:spPr>
      </p:pic>
      <p:pic>
        <p:nvPicPr>
          <p:cNvPr id="9" name="Image 4" descr="/mnt/data/5_vi_stagnant_pbl(3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5694" y="3584448"/>
            <a:ext cx="2960308" cy="2331720"/>
          </a:xfrm>
          <a:prstGeom prst="rect">
            <a:avLst/>
          </a:prstGeom>
        </p:spPr>
      </p:pic>
      <p:pic>
        <p:nvPicPr>
          <p:cNvPr id="10" name="Image 5" descr="/mnt/data/6_pm25_anomaly(2)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7415" y="3584448"/>
            <a:ext cx="2705750" cy="2331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3074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Application>Microsoft Office PowerPoint</Application>
  <PresentationFormat>Widescreen</PresentationFormat>
  <Slides>71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2" baseType="lpstr">
      <vt:lpstr>Wisp</vt:lpstr>
      <vt:lpstr>Spatiotemporal Analysis of PM2.5 and Meteorological Parameters (2021–2024)</vt:lpstr>
      <vt:lpstr>Project Overview &amp; Data Source</vt:lpstr>
      <vt:lpstr>Task 1 – Robust Data Organization</vt:lpstr>
      <vt:lpstr>Task 2 – Station Selection Criteria</vt:lpstr>
      <vt:lpstr>Task 3 – Column Standardization</vt:lpstr>
      <vt:lpstr>Task 4 – Temporal Gap Filling</vt:lpstr>
      <vt:lpstr>Comparison Analysis (Before vs. After)</vt:lpstr>
      <vt:lpstr>Conclusion &amp; Next Steps</vt:lpstr>
      <vt:lpstr>Week 3: Seasonal and Monthly Analysis of PM₂.₅ (2021–2024)</vt:lpstr>
      <vt:lpstr>Seasonal Classification Methodology</vt:lpstr>
      <vt:lpstr>PM₂.₅ Aggregation Strategy</vt:lpstr>
      <vt:lpstr>Seasonal Average PM₂.₅ (Network Mean)</vt:lpstr>
      <vt:lpstr>Monthly Average PM₂.₅ (Network Mean, 2021–2024)</vt:lpstr>
      <vt:lpstr>Month-wise PM₂.₅ Behavior</vt:lpstr>
      <vt:lpstr>Diurnal Heartbeat of Delhi’s PM₂.₅ Understanding the Daily Cycle: Rush Hours vs. Atmospheric Physics</vt:lpstr>
      <vt:lpstr>Seasonal Variability &amp; Boundary Layer Severity Seasonal Contrast: Why Winter and Post-Monsoon Skyrocket </vt:lpstr>
      <vt:lpstr>Summary of Findings  Physical Interpretations &amp; Statistical Summary </vt:lpstr>
      <vt:lpstr>Week 3 Conclusion &amp; Week 4 Outlook</vt:lpstr>
      <vt:lpstr>Week 4 – Meteorological Conditioning &amp; Transport Diagnostics</vt:lpstr>
      <vt:lpstr>Regional Classification of Stations</vt:lpstr>
      <vt:lpstr>Ventilation Suppression During Extreme Events</vt:lpstr>
      <vt:lpstr>Week 4 Mechanism Synthesis</vt:lpstr>
      <vt:lpstr>PDF-based Transport Diagnostics of Extreme PM₂.₅ (DJF 2021–2024)  Regional analysis for Delhi: North, East, South_Central, West_SW</vt:lpstr>
      <vt:lpstr>Year 2021</vt:lpstr>
      <vt:lpstr>Year 2022</vt:lpstr>
      <vt:lpstr>Year 2023</vt:lpstr>
      <vt:lpstr>Year 2024</vt:lpstr>
      <vt:lpstr>Overall takeaways</vt:lpstr>
      <vt:lpstr>Directional Enrichment plots (Enrichment = fraction of wind directions observed during extreme hours ÷ fraction in the background; values &gt;1 indicate a sector is over-represented during extremes.)</vt:lpstr>
      <vt:lpstr>NORTH REGION</vt:lpstr>
      <vt:lpstr>SOUTH_CENTRAL REGION</vt:lpstr>
      <vt:lpstr>WEST_SW REGION</vt:lpstr>
      <vt:lpstr>OVERALL ENRICHMENT TAKEAWAYS</vt:lpstr>
      <vt:lpstr>Mechanistic interpretation (transport vs ventilation)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OCT_2021  </vt:lpstr>
      <vt:lpstr>NOV_2021  </vt:lpstr>
      <vt:lpstr>DEC_2021  </vt:lpstr>
      <vt:lpstr>JAN_2021  </vt:lpstr>
      <vt:lpstr>FEB_2021  </vt:lpstr>
      <vt:lpstr>OCT_2022  </vt:lpstr>
      <vt:lpstr>NOV_2022  </vt:lpstr>
      <vt:lpstr>DEC_2022  </vt:lpstr>
      <vt:lpstr>JAN_2022  </vt:lpstr>
      <vt:lpstr>FEB_2022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Archie Mittal</dc:creator>
  <cp:revision>1</cp:revision>
  <dcterms:created xsi:type="dcterms:W3CDTF">2026-01-22T19:53:34Z</dcterms:created>
  <dcterms:modified xsi:type="dcterms:W3CDTF">2026-04-21T12:24:32Z</dcterms:modified>
</cp:coreProperties>
</file>